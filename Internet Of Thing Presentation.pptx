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94660"/>
  </p:normalViewPr>
  <p:slideViewPr>
    <p:cSldViewPr>
      <p:cViewPr varScale="1">
        <p:scale>
          <a:sx n="101" d="100"/>
          <a:sy n="101" d="100"/>
        </p:scale>
        <p:origin x="811"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1" Type="http://schemas.openxmlformats.org/officeDocument/2006/relationships/image" Target="../media/image5.jpg"/></Relationships>
</file>

<file path=ppt/diagrams/_rels/drawing1.xml.rels><?xml version="1.0" encoding="UTF-8" standalone="yes"?>
<Relationships xmlns="http://schemas.openxmlformats.org/package/2006/relationships"><Relationship Id="rId1" Type="http://schemas.openxmlformats.org/officeDocument/2006/relationships/image" Target="../media/image5.jp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966A0FA-1759-47F5-A665-510CD4633868}"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IN"/>
        </a:p>
      </dgm:t>
    </dgm:pt>
    <dgm:pt modelId="{77CB4428-E57F-4DD5-9331-1575CB901C6A}">
      <dgm:prSet/>
      <dgm:spPr>
        <a:solidFill>
          <a:schemeClr val="bg2">
            <a:lumMod val="25000"/>
          </a:schemeClr>
        </a:solidFill>
      </dgm:spPr>
      <dgm:t>
        <a:bodyPr/>
        <a:lstStyle/>
        <a:p>
          <a:r>
            <a:rPr lang="en-US"/>
            <a:t>How it Works : A Scenario </a:t>
          </a:r>
          <a:endParaRPr lang="en-IN"/>
        </a:p>
      </dgm:t>
    </dgm:pt>
    <dgm:pt modelId="{F0AC8C17-BE45-42E3-9796-14314BD12EF1}" type="parTrans" cxnId="{BC6D88DC-865F-4167-9AF7-E2849711A486}">
      <dgm:prSet/>
      <dgm:spPr/>
      <dgm:t>
        <a:bodyPr/>
        <a:lstStyle/>
        <a:p>
          <a:endParaRPr lang="en-IN"/>
        </a:p>
      </dgm:t>
    </dgm:pt>
    <dgm:pt modelId="{08456B95-7E10-45A8-95ED-FFE6B775212E}" type="sibTrans" cxnId="{BC6D88DC-865F-4167-9AF7-E2849711A486}">
      <dgm:prSet/>
      <dgm:spPr/>
      <dgm:t>
        <a:bodyPr/>
        <a:lstStyle/>
        <a:p>
          <a:endParaRPr lang="en-IN"/>
        </a:p>
      </dgm:t>
    </dgm:pt>
    <dgm:pt modelId="{0A241DB3-AEF1-4D1F-9AC5-7DB8852D3124}" type="pres">
      <dgm:prSet presAssocID="{E966A0FA-1759-47F5-A665-510CD4633868}" presName="linearFlow" presStyleCnt="0">
        <dgm:presLayoutVars>
          <dgm:dir/>
          <dgm:resizeHandles val="exact"/>
        </dgm:presLayoutVars>
      </dgm:prSet>
      <dgm:spPr/>
    </dgm:pt>
    <dgm:pt modelId="{32E03112-68CD-48AD-A5CA-D6CB09535632}" type="pres">
      <dgm:prSet presAssocID="{77CB4428-E57F-4DD5-9331-1575CB901C6A}" presName="composite" presStyleCnt="0"/>
      <dgm:spPr/>
    </dgm:pt>
    <dgm:pt modelId="{45DB24CF-D3A7-44CB-9E21-9AAEA203B506}" type="pres">
      <dgm:prSet presAssocID="{77CB4428-E57F-4DD5-9331-1575CB901C6A}" presName="imgShp" presStyleLbl="fgImgPlace1" presStyleIdx="0" presStyleCnt="1" custScaleX="141668" custLinFactNeighborX="-49995"/>
      <dgm:spPr>
        <a:blipFill>
          <a:blip xmlns:r="http://schemas.openxmlformats.org/officeDocument/2006/relationships" r:embed="rId1"/>
          <a:srcRect/>
          <a:stretch>
            <a:fillRect/>
          </a:stretch>
        </a:blipFill>
      </dgm:spPr>
    </dgm:pt>
    <dgm:pt modelId="{B039DB9F-B92D-42C2-83A8-1EF16E23B9CC}" type="pres">
      <dgm:prSet presAssocID="{77CB4428-E57F-4DD5-9331-1575CB901C6A}" presName="txShp" presStyleLbl="node1" presStyleIdx="0" presStyleCnt="1">
        <dgm:presLayoutVars>
          <dgm:bulletEnabled val="1"/>
        </dgm:presLayoutVars>
      </dgm:prSet>
      <dgm:spPr/>
    </dgm:pt>
  </dgm:ptLst>
  <dgm:cxnLst>
    <dgm:cxn modelId="{F6B96AC7-55E8-4AC9-AFC8-D3ED990C304E}" type="presOf" srcId="{77CB4428-E57F-4DD5-9331-1575CB901C6A}" destId="{B039DB9F-B92D-42C2-83A8-1EF16E23B9CC}" srcOrd="0" destOrd="0" presId="urn:microsoft.com/office/officeart/2005/8/layout/vList3"/>
    <dgm:cxn modelId="{31627BD6-998E-442F-A77E-49CF694CD62C}" type="presOf" srcId="{E966A0FA-1759-47F5-A665-510CD4633868}" destId="{0A241DB3-AEF1-4D1F-9AC5-7DB8852D3124}" srcOrd="0" destOrd="0" presId="urn:microsoft.com/office/officeart/2005/8/layout/vList3"/>
    <dgm:cxn modelId="{BC6D88DC-865F-4167-9AF7-E2849711A486}" srcId="{E966A0FA-1759-47F5-A665-510CD4633868}" destId="{77CB4428-E57F-4DD5-9331-1575CB901C6A}" srcOrd="0" destOrd="0" parTransId="{F0AC8C17-BE45-42E3-9796-14314BD12EF1}" sibTransId="{08456B95-7E10-45A8-95ED-FFE6B775212E}"/>
    <dgm:cxn modelId="{EFB8DFF2-A915-4164-9EBE-D93C1D856262}" type="presParOf" srcId="{0A241DB3-AEF1-4D1F-9AC5-7DB8852D3124}" destId="{32E03112-68CD-48AD-A5CA-D6CB09535632}" srcOrd="0" destOrd="0" presId="urn:microsoft.com/office/officeart/2005/8/layout/vList3"/>
    <dgm:cxn modelId="{82381851-FD1D-4611-8787-305D1A3D28AC}" type="presParOf" srcId="{32E03112-68CD-48AD-A5CA-D6CB09535632}" destId="{45DB24CF-D3A7-44CB-9E21-9AAEA203B506}" srcOrd="0" destOrd="0" presId="urn:microsoft.com/office/officeart/2005/8/layout/vList3"/>
    <dgm:cxn modelId="{AA7FC23F-DD96-4906-AD45-C0AC1364915C}" type="presParOf" srcId="{32E03112-68CD-48AD-A5CA-D6CB09535632}" destId="{B039DB9F-B92D-42C2-83A8-1EF16E23B9CC}"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B549CA8-207D-4D6B-98BB-B8DCCFA396D7}" type="doc">
      <dgm:prSet loTypeId="urn:microsoft.com/office/officeart/2005/8/layout/default" loCatId="list" qsTypeId="urn:microsoft.com/office/officeart/2005/8/quickstyle/simple1" qsCatId="simple" csTypeId="urn:microsoft.com/office/officeart/2005/8/colors/accent1_5" csCatId="accent1" phldr="1"/>
      <dgm:spPr/>
      <dgm:t>
        <a:bodyPr/>
        <a:lstStyle/>
        <a:p>
          <a:endParaRPr lang="en-IN"/>
        </a:p>
      </dgm:t>
    </dgm:pt>
    <dgm:pt modelId="{6D6BB16C-0C0C-469A-90EA-B2BBF8DFD8D7}">
      <dgm:prSet custT="1"/>
      <dgm:spPr/>
      <dgm:t>
        <a:bodyPr/>
        <a:lstStyle/>
        <a:p>
          <a:r>
            <a:rPr lang="en-US" sz="1400" b="0" i="0" baseline="0" dirty="0"/>
            <a:t>All smart home devices are connected to each other.</a:t>
          </a:r>
          <a:endParaRPr lang="en-IN" sz="1400" dirty="0"/>
        </a:p>
      </dgm:t>
    </dgm:pt>
    <dgm:pt modelId="{205B7CB6-E257-45B5-BDF4-B21FB80A1062}" type="parTrans" cxnId="{798D72C5-442F-40E1-A10E-970E6EE23387}">
      <dgm:prSet/>
      <dgm:spPr/>
      <dgm:t>
        <a:bodyPr/>
        <a:lstStyle/>
        <a:p>
          <a:endParaRPr lang="en-IN"/>
        </a:p>
      </dgm:t>
    </dgm:pt>
    <dgm:pt modelId="{84981080-262B-4973-93E5-F387BDCF1C35}" type="sibTrans" cxnId="{798D72C5-442F-40E1-A10E-970E6EE23387}">
      <dgm:prSet/>
      <dgm:spPr/>
      <dgm:t>
        <a:bodyPr/>
        <a:lstStyle/>
        <a:p>
          <a:endParaRPr lang="en-IN"/>
        </a:p>
      </dgm:t>
    </dgm:pt>
    <dgm:pt modelId="{59234DDB-229C-4E0D-BCBF-2615D52AE29F}">
      <dgm:prSet custT="1"/>
      <dgm:spPr/>
      <dgm:t>
        <a:bodyPr/>
        <a:lstStyle/>
        <a:p>
          <a:r>
            <a:rPr lang="en-US" sz="1400" b="0" i="0" baseline="0" dirty="0"/>
            <a:t>They can be controlled from one central device like a mobile phone, tablet, laptop,</a:t>
          </a:r>
          <a:endParaRPr lang="en-IN" sz="1400" dirty="0"/>
        </a:p>
      </dgm:t>
    </dgm:pt>
    <dgm:pt modelId="{85D13D4F-72C5-437D-8A20-EA91C87B94BC}" type="parTrans" cxnId="{909B3EE6-5062-4081-8D16-E4299AD1DEA0}">
      <dgm:prSet/>
      <dgm:spPr/>
      <dgm:t>
        <a:bodyPr/>
        <a:lstStyle/>
        <a:p>
          <a:endParaRPr lang="en-IN"/>
        </a:p>
      </dgm:t>
    </dgm:pt>
    <dgm:pt modelId="{D91BC796-FFB8-407A-864A-8EDCB62C014F}" type="sibTrans" cxnId="{909B3EE6-5062-4081-8D16-E4299AD1DEA0}">
      <dgm:prSet/>
      <dgm:spPr/>
      <dgm:t>
        <a:bodyPr/>
        <a:lstStyle/>
        <a:p>
          <a:endParaRPr lang="en-IN"/>
        </a:p>
      </dgm:t>
    </dgm:pt>
    <dgm:pt modelId="{0E790831-596C-4171-B98E-6DD4A6556471}">
      <dgm:prSet custT="1"/>
      <dgm:spPr/>
      <dgm:t>
        <a:bodyPr/>
        <a:lstStyle/>
        <a:p>
          <a:r>
            <a:rPr lang="en-US" sz="1400" b="0" i="0" baseline="0" dirty="0"/>
            <a:t>game console.</a:t>
          </a:r>
          <a:endParaRPr lang="en-IN" sz="1400" dirty="0"/>
        </a:p>
      </dgm:t>
    </dgm:pt>
    <dgm:pt modelId="{95E2FFC9-0BAF-4737-8848-B8DB0355A15C}" type="parTrans" cxnId="{700E067C-E9BF-4475-9175-215720044F8E}">
      <dgm:prSet/>
      <dgm:spPr/>
      <dgm:t>
        <a:bodyPr/>
        <a:lstStyle/>
        <a:p>
          <a:endParaRPr lang="en-IN"/>
        </a:p>
      </dgm:t>
    </dgm:pt>
    <dgm:pt modelId="{13A7C205-8390-461A-8C92-C6370292FC2A}" type="sibTrans" cxnId="{700E067C-E9BF-4475-9175-215720044F8E}">
      <dgm:prSet/>
      <dgm:spPr/>
      <dgm:t>
        <a:bodyPr/>
        <a:lstStyle/>
        <a:p>
          <a:endParaRPr lang="en-IN"/>
        </a:p>
      </dgm:t>
    </dgm:pt>
    <dgm:pt modelId="{1C17B83B-3D7A-4981-A80B-E23D6A0AD387}">
      <dgm:prSet custT="1"/>
      <dgm:spPr/>
      <dgm:t>
        <a:bodyPr/>
        <a:lstStyle/>
        <a:p>
          <a:r>
            <a:rPr lang="en-US" sz="1400" b="0" i="0" baseline="0" dirty="0"/>
            <a:t>Devices such as door locks, TVs, thermostats, cameras, lights, and refrigerators </a:t>
          </a:r>
          <a:endParaRPr lang="en-IN" sz="1400" dirty="0"/>
        </a:p>
      </dgm:t>
    </dgm:pt>
    <dgm:pt modelId="{3BAB797A-F367-45F1-9DBC-A02A4028C56D}" type="parTrans" cxnId="{0255A10C-7298-4DB8-914C-A673488433BE}">
      <dgm:prSet/>
      <dgm:spPr/>
      <dgm:t>
        <a:bodyPr/>
        <a:lstStyle/>
        <a:p>
          <a:endParaRPr lang="en-IN"/>
        </a:p>
      </dgm:t>
    </dgm:pt>
    <dgm:pt modelId="{067D7A4A-0F6A-424E-BEF2-30CD4D618CED}" type="sibTrans" cxnId="{0255A10C-7298-4DB8-914C-A673488433BE}">
      <dgm:prSet/>
      <dgm:spPr/>
      <dgm:t>
        <a:bodyPr/>
        <a:lstStyle/>
        <a:p>
          <a:endParaRPr lang="en-IN"/>
        </a:p>
      </dgm:t>
    </dgm:pt>
    <dgm:pt modelId="{BF0F3DDF-7751-491B-B4E4-D91F00FA9021}">
      <dgm:prSet custT="1"/>
      <dgm:spPr/>
      <dgm:t>
        <a:bodyPr/>
        <a:lstStyle/>
        <a:p>
          <a:r>
            <a:rPr lang="en-US" sz="1400" b="0" i="0" baseline="0" dirty="0"/>
            <a:t>Can be managed using one home automation system.</a:t>
          </a:r>
          <a:endParaRPr lang="en-IN" sz="1400" dirty="0"/>
        </a:p>
      </dgm:t>
    </dgm:pt>
    <dgm:pt modelId="{52475680-1553-4A77-ADCB-DDA0FDAD8438}" type="parTrans" cxnId="{44DE0137-029C-4F4D-9E93-182BCA74B6F7}">
      <dgm:prSet/>
      <dgm:spPr/>
      <dgm:t>
        <a:bodyPr/>
        <a:lstStyle/>
        <a:p>
          <a:endParaRPr lang="en-IN"/>
        </a:p>
      </dgm:t>
    </dgm:pt>
    <dgm:pt modelId="{28620C65-E1C7-48D6-B894-01CAE94484EB}" type="sibTrans" cxnId="{44DE0137-029C-4F4D-9E93-182BCA74B6F7}">
      <dgm:prSet/>
      <dgm:spPr/>
      <dgm:t>
        <a:bodyPr/>
        <a:lstStyle/>
        <a:p>
          <a:endParaRPr lang="en-IN"/>
        </a:p>
      </dgm:t>
    </dgm:pt>
    <dgm:pt modelId="{A35846B3-2EA2-4195-805B-8DAE68F3277B}">
      <dgm:prSet custT="1"/>
      <dgm:spPr/>
      <dgm:t>
        <a:bodyPr/>
        <a:lstStyle/>
        <a:p>
          <a:r>
            <a:rPr lang="en-US" sz="1400" b="0" i="0" baseline="0" dirty="0"/>
            <a:t>A remote control system allows users to:</a:t>
          </a:r>
          <a:endParaRPr lang="en-IN" sz="1400" dirty="0"/>
        </a:p>
      </dgm:t>
    </dgm:pt>
    <dgm:pt modelId="{9E795860-F00B-49DE-AD61-4BD37CFBDF9E}" type="parTrans" cxnId="{651A637D-2D33-4B06-AAB0-CC0682334C2C}">
      <dgm:prSet/>
      <dgm:spPr/>
      <dgm:t>
        <a:bodyPr/>
        <a:lstStyle/>
        <a:p>
          <a:endParaRPr lang="en-IN"/>
        </a:p>
      </dgm:t>
    </dgm:pt>
    <dgm:pt modelId="{190B354A-4FE2-4665-BBE9-AA3E769F8784}" type="sibTrans" cxnId="{651A637D-2D33-4B06-AAB0-CC0682334C2C}">
      <dgm:prSet/>
      <dgm:spPr/>
      <dgm:t>
        <a:bodyPr/>
        <a:lstStyle/>
        <a:p>
          <a:endParaRPr lang="en-IN"/>
        </a:p>
      </dgm:t>
    </dgm:pt>
    <dgm:pt modelId="{E1D51F6D-30BE-4668-B3CD-6058EF547593}">
      <dgm:prSet custT="1"/>
      <dgm:spPr/>
      <dgm:t>
        <a:bodyPr/>
        <a:lstStyle/>
        <a:p>
          <a:r>
            <a:rPr lang="en-US" sz="1400" b="0" i="0" baseline="0"/>
            <a:t>Schedule tasks</a:t>
          </a:r>
          <a:endParaRPr lang="en-IN" sz="1400"/>
        </a:p>
      </dgm:t>
    </dgm:pt>
    <dgm:pt modelId="{783B8489-7ECC-4279-9AC6-957CC782FEA8}" type="parTrans" cxnId="{CFA7A844-4F3A-4F53-A407-36FE7A842E74}">
      <dgm:prSet/>
      <dgm:spPr/>
      <dgm:t>
        <a:bodyPr/>
        <a:lstStyle/>
        <a:p>
          <a:endParaRPr lang="en-IN"/>
        </a:p>
      </dgm:t>
    </dgm:pt>
    <dgm:pt modelId="{FFAF179B-F5EE-4D46-BD8C-558BACBE01EC}" type="sibTrans" cxnId="{CFA7A844-4F3A-4F53-A407-36FE7A842E74}">
      <dgm:prSet/>
      <dgm:spPr/>
      <dgm:t>
        <a:bodyPr/>
        <a:lstStyle/>
        <a:p>
          <a:endParaRPr lang="en-IN"/>
        </a:p>
      </dgm:t>
    </dgm:pt>
    <dgm:pt modelId="{BFA75469-A538-43B0-A1E9-8B6E7E960A0A}">
      <dgm:prSet custT="1"/>
      <dgm:spPr/>
      <dgm:t>
        <a:bodyPr/>
        <a:lstStyle/>
        <a:p>
          <a:r>
            <a:rPr lang="en-US" sz="1400" b="0" i="0" baseline="0"/>
            <a:t>Turn devices on or off</a:t>
          </a:r>
          <a:endParaRPr lang="en-IN" sz="1400"/>
        </a:p>
      </dgm:t>
    </dgm:pt>
    <dgm:pt modelId="{77B946AB-5464-4F6F-9FFE-423186100747}" type="parTrans" cxnId="{12924C14-6F93-4105-8597-761994AFEFAA}">
      <dgm:prSet/>
      <dgm:spPr/>
      <dgm:t>
        <a:bodyPr/>
        <a:lstStyle/>
        <a:p>
          <a:endParaRPr lang="en-IN"/>
        </a:p>
      </dgm:t>
    </dgm:pt>
    <dgm:pt modelId="{293F426D-BA46-4980-AF7A-78271064950A}" type="sibTrans" cxnId="{12924C14-6F93-4105-8597-761994AFEFAA}">
      <dgm:prSet/>
      <dgm:spPr/>
      <dgm:t>
        <a:bodyPr/>
        <a:lstStyle/>
        <a:p>
          <a:endParaRPr lang="en-IN"/>
        </a:p>
      </dgm:t>
    </dgm:pt>
    <dgm:pt modelId="{8F0FB0C2-3396-4E8D-BB4B-DDDB9C804602}">
      <dgm:prSet custT="1"/>
      <dgm:spPr/>
      <dgm:t>
        <a:bodyPr/>
        <a:lstStyle/>
        <a:p>
          <a:r>
            <a:rPr lang="en-US" sz="1400" b="0" i="0" baseline="0" dirty="0"/>
            <a:t>Check device status from anywhere.</a:t>
          </a:r>
          <a:endParaRPr lang="en-IN" sz="1400" dirty="0"/>
        </a:p>
      </dgm:t>
    </dgm:pt>
    <dgm:pt modelId="{7D3579BF-B085-4933-934C-42827F1A81A4}" type="parTrans" cxnId="{2F8E685B-93AE-4CAE-A4E4-F9C8EDC41C9C}">
      <dgm:prSet/>
      <dgm:spPr/>
      <dgm:t>
        <a:bodyPr/>
        <a:lstStyle/>
        <a:p>
          <a:endParaRPr lang="en-IN"/>
        </a:p>
      </dgm:t>
    </dgm:pt>
    <dgm:pt modelId="{2C5B572E-FD6F-461C-BACB-44E934FA8C9A}" type="sibTrans" cxnId="{2F8E685B-93AE-4CAE-A4E4-F9C8EDC41C9C}">
      <dgm:prSet/>
      <dgm:spPr/>
      <dgm:t>
        <a:bodyPr/>
        <a:lstStyle/>
        <a:p>
          <a:endParaRPr lang="en-IN"/>
        </a:p>
      </dgm:t>
    </dgm:pt>
    <dgm:pt modelId="{16BDCBAC-D9A9-4A13-91D3-F80D21112246}">
      <dgm:prSet custT="1"/>
      <dgm:spPr/>
      <dgm:t>
        <a:bodyPr/>
        <a:lstStyle/>
        <a:p>
          <a:r>
            <a:rPr lang="en-US" sz="1400" b="0" i="0" baseline="0"/>
            <a:t>Smart home devices can learn the user’s daily routine.</a:t>
          </a:r>
          <a:endParaRPr lang="en-IN" sz="1400"/>
        </a:p>
      </dgm:t>
    </dgm:pt>
    <dgm:pt modelId="{2E309DB9-37CD-42AB-BC47-609AB547A599}" type="parTrans" cxnId="{F7D22FBD-C9DB-4CC1-8159-94006B6D98EF}">
      <dgm:prSet/>
      <dgm:spPr/>
      <dgm:t>
        <a:bodyPr/>
        <a:lstStyle/>
        <a:p>
          <a:endParaRPr lang="en-IN"/>
        </a:p>
      </dgm:t>
    </dgm:pt>
    <dgm:pt modelId="{ABEE83E6-6ABE-49CB-937B-D5DEC68EE3D2}" type="sibTrans" cxnId="{F7D22FBD-C9DB-4CC1-8159-94006B6D98EF}">
      <dgm:prSet/>
      <dgm:spPr/>
      <dgm:t>
        <a:bodyPr/>
        <a:lstStyle/>
        <a:p>
          <a:endParaRPr lang="en-IN"/>
        </a:p>
      </dgm:t>
    </dgm:pt>
    <dgm:pt modelId="{21FC2877-555C-4CC3-900A-33F7B738493A}">
      <dgm:prSet custT="1"/>
      <dgm:spPr/>
      <dgm:t>
        <a:bodyPr/>
        <a:lstStyle/>
        <a:p>
          <a:r>
            <a:rPr lang="en-US" sz="1400" b="0" i="0" baseline="0" dirty="0"/>
            <a:t>They automatically adjust lighting and temperature based on usage.</a:t>
          </a:r>
          <a:endParaRPr lang="en-IN" sz="1400" dirty="0"/>
        </a:p>
      </dgm:t>
    </dgm:pt>
    <dgm:pt modelId="{2DD7E369-753A-430B-8D11-D9041773B744}" type="parTrans" cxnId="{1DCAC79A-7D10-4480-9CFC-C405FA5B15A7}">
      <dgm:prSet/>
      <dgm:spPr/>
      <dgm:t>
        <a:bodyPr/>
        <a:lstStyle/>
        <a:p>
          <a:endParaRPr lang="en-IN"/>
        </a:p>
      </dgm:t>
    </dgm:pt>
    <dgm:pt modelId="{B7CF1D2F-D942-48EE-AAD4-199DD5773C8C}" type="sibTrans" cxnId="{1DCAC79A-7D10-4480-9CFC-C405FA5B15A7}">
      <dgm:prSet/>
      <dgm:spPr/>
      <dgm:t>
        <a:bodyPr/>
        <a:lstStyle/>
        <a:p>
          <a:endParaRPr lang="en-IN"/>
        </a:p>
      </dgm:t>
    </dgm:pt>
    <dgm:pt modelId="{CB64601D-9755-4981-8617-7A401FEE59DC}">
      <dgm:prSet custT="1"/>
      <dgm:spPr/>
      <dgm:t>
        <a:bodyPr/>
        <a:lstStyle/>
        <a:p>
          <a:r>
            <a:rPr lang="en-US" sz="1400" b="0" i="0" baseline="0"/>
            <a:t>This helps save energy and reduce electricity bills.</a:t>
          </a:r>
          <a:endParaRPr lang="en-IN" sz="1400"/>
        </a:p>
      </dgm:t>
    </dgm:pt>
    <dgm:pt modelId="{FC35C076-08F5-48F2-8BC4-8E19AE40685A}" type="parTrans" cxnId="{5F100972-19E0-4DAB-9583-52B8C468192B}">
      <dgm:prSet/>
      <dgm:spPr/>
      <dgm:t>
        <a:bodyPr/>
        <a:lstStyle/>
        <a:p>
          <a:endParaRPr lang="en-IN"/>
        </a:p>
      </dgm:t>
    </dgm:pt>
    <dgm:pt modelId="{7D53D357-CFC1-4BB1-BD41-5822A80DBFAA}" type="sibTrans" cxnId="{5F100972-19E0-4DAB-9583-52B8C468192B}">
      <dgm:prSet/>
      <dgm:spPr/>
      <dgm:t>
        <a:bodyPr/>
        <a:lstStyle/>
        <a:p>
          <a:endParaRPr lang="en-IN"/>
        </a:p>
      </dgm:t>
    </dgm:pt>
    <dgm:pt modelId="{9649D1CC-D3E9-4AF1-9324-C197EBF8D7AE}">
      <dgm:prSet custT="1"/>
      <dgm:spPr/>
      <dgm:t>
        <a:bodyPr/>
        <a:lstStyle/>
        <a:p>
          <a:r>
            <a:rPr lang="en-US" sz="1400" b="0" i="0" baseline="0"/>
            <a:t>Some smart home systems send alerts when motion is detected while the user is away.</a:t>
          </a:r>
          <a:endParaRPr lang="en-IN" sz="1400"/>
        </a:p>
      </dgm:t>
    </dgm:pt>
    <dgm:pt modelId="{A8671EFA-7859-47EB-AD4A-F11CA8014BA1}" type="parTrans" cxnId="{FDE1CDE8-9FC6-4EC4-8A24-4A89EDFCCF4F}">
      <dgm:prSet/>
      <dgm:spPr/>
      <dgm:t>
        <a:bodyPr/>
        <a:lstStyle/>
        <a:p>
          <a:endParaRPr lang="en-IN"/>
        </a:p>
      </dgm:t>
    </dgm:pt>
    <dgm:pt modelId="{03B503DA-54DD-46D3-93FE-CDE9407024CA}" type="sibTrans" cxnId="{FDE1CDE8-9FC6-4EC4-8A24-4A89EDFCCF4F}">
      <dgm:prSet/>
      <dgm:spPr/>
      <dgm:t>
        <a:bodyPr/>
        <a:lstStyle/>
        <a:p>
          <a:endParaRPr lang="en-IN"/>
        </a:p>
      </dgm:t>
    </dgm:pt>
    <dgm:pt modelId="{AADF4763-60D9-4D4A-B353-E2E0CDA8D6E7}">
      <dgm:prSet custT="1"/>
      <dgm:spPr/>
      <dgm:t>
        <a:bodyPr/>
        <a:lstStyle/>
        <a:p>
          <a:r>
            <a:rPr lang="en-US" sz="1400" b="0" i="0" baseline="0" dirty="0"/>
            <a:t>Other systems can contact the police or fire department in case of danger.</a:t>
          </a:r>
          <a:endParaRPr lang="en-IN" sz="1400" dirty="0"/>
        </a:p>
      </dgm:t>
    </dgm:pt>
    <dgm:pt modelId="{BD510DF7-61F1-4B18-956F-C7AA1D3934DD}" type="parTrans" cxnId="{A2352612-0594-4EF9-B55D-202A468AF57A}">
      <dgm:prSet/>
      <dgm:spPr/>
      <dgm:t>
        <a:bodyPr/>
        <a:lstStyle/>
        <a:p>
          <a:endParaRPr lang="en-IN"/>
        </a:p>
      </dgm:t>
    </dgm:pt>
    <dgm:pt modelId="{10B1129F-6D9B-4803-8480-3BE94F897B1F}" type="sibTrans" cxnId="{A2352612-0594-4EF9-B55D-202A468AF57A}">
      <dgm:prSet/>
      <dgm:spPr/>
      <dgm:t>
        <a:bodyPr/>
        <a:lstStyle/>
        <a:p>
          <a:endParaRPr lang="en-IN"/>
        </a:p>
      </dgm:t>
    </dgm:pt>
    <dgm:pt modelId="{1FFBABD7-8ED0-4BED-9BCB-4E2E3554D1C3}">
      <dgm:prSet custT="1"/>
      <dgm:spPr/>
      <dgm:t>
        <a:bodyPr/>
        <a:lstStyle/>
        <a:p>
          <a:r>
            <a:rPr lang="en-US" sz="1400" b="0" i="0" baseline="0"/>
            <a:t>Smart devices like doorbells, security systems, and appliances are part of IoT.</a:t>
          </a:r>
          <a:endParaRPr lang="en-IN" sz="1400"/>
        </a:p>
      </dgm:t>
    </dgm:pt>
    <dgm:pt modelId="{479BC336-74C2-4F1D-B94A-C32B6972528D}" type="parTrans" cxnId="{F2A8143C-412C-44FA-B22D-5D924308C7DD}">
      <dgm:prSet/>
      <dgm:spPr/>
      <dgm:t>
        <a:bodyPr/>
        <a:lstStyle/>
        <a:p>
          <a:endParaRPr lang="en-IN"/>
        </a:p>
      </dgm:t>
    </dgm:pt>
    <dgm:pt modelId="{231FB8F6-35AF-42F6-A23C-0E92A99211FE}" type="sibTrans" cxnId="{F2A8143C-412C-44FA-B22D-5D924308C7DD}">
      <dgm:prSet/>
      <dgm:spPr/>
      <dgm:t>
        <a:bodyPr/>
        <a:lstStyle/>
        <a:p>
          <a:endParaRPr lang="en-IN"/>
        </a:p>
      </dgm:t>
    </dgm:pt>
    <dgm:pt modelId="{1A8ACE54-34BC-48AA-A9E9-9F1487A1F9B3}">
      <dgm:prSet custT="1"/>
      <dgm:spPr/>
      <dgm:t>
        <a:bodyPr/>
        <a:lstStyle/>
        <a:p>
          <a:r>
            <a:rPr lang="en-US" sz="1400" b="0" i="0" baseline="0" dirty="0"/>
            <a:t>IoT </a:t>
          </a:r>
          <a:r>
            <a:rPr lang="en-US" sz="1200" b="0" i="0" baseline="0" dirty="0"/>
            <a:t>connects</a:t>
          </a:r>
          <a:r>
            <a:rPr lang="en-US" sz="1400" b="0" i="0" baseline="0" dirty="0"/>
            <a:t> </a:t>
          </a:r>
          <a:r>
            <a:rPr lang="en-US" sz="1200" b="0" i="0" baseline="0" dirty="0"/>
            <a:t>physical devices that collect and share information through the internet.</a:t>
          </a:r>
          <a:endParaRPr lang="en-IN" sz="1200" dirty="0"/>
        </a:p>
      </dgm:t>
    </dgm:pt>
    <dgm:pt modelId="{A25660FB-BD7A-4D1C-8A6E-2298F6C34D3D}" type="parTrans" cxnId="{D63754DA-AE9E-4AE0-AF2B-5DB35D1560A5}">
      <dgm:prSet/>
      <dgm:spPr/>
      <dgm:t>
        <a:bodyPr/>
        <a:lstStyle/>
        <a:p>
          <a:endParaRPr lang="en-IN"/>
        </a:p>
      </dgm:t>
    </dgm:pt>
    <dgm:pt modelId="{EE625142-D44E-4331-91B6-DFDDB40DFACF}" type="sibTrans" cxnId="{D63754DA-AE9E-4AE0-AF2B-5DB35D1560A5}">
      <dgm:prSet/>
      <dgm:spPr/>
      <dgm:t>
        <a:bodyPr/>
        <a:lstStyle/>
        <a:p>
          <a:endParaRPr lang="en-IN"/>
        </a:p>
      </dgm:t>
    </dgm:pt>
    <dgm:pt modelId="{3E5D4A1E-79CD-43FC-9F33-20F304CD4552}" type="pres">
      <dgm:prSet presAssocID="{EB549CA8-207D-4D6B-98BB-B8DCCFA396D7}" presName="diagram" presStyleCnt="0">
        <dgm:presLayoutVars>
          <dgm:dir/>
          <dgm:resizeHandles val="exact"/>
        </dgm:presLayoutVars>
      </dgm:prSet>
      <dgm:spPr/>
    </dgm:pt>
    <dgm:pt modelId="{CAFC08B1-C73C-42CA-B5BA-B205A0E301A9}" type="pres">
      <dgm:prSet presAssocID="{6D6BB16C-0C0C-469A-90EA-B2BBF8DFD8D7}" presName="node" presStyleLbl="node1" presStyleIdx="0" presStyleCnt="16" custLinFactNeighborX="-1097" custLinFactNeighborY="339">
        <dgm:presLayoutVars>
          <dgm:bulletEnabled val="1"/>
        </dgm:presLayoutVars>
      </dgm:prSet>
      <dgm:spPr>
        <a:prstGeom prst="flowChartConnector">
          <a:avLst/>
        </a:prstGeom>
      </dgm:spPr>
    </dgm:pt>
    <dgm:pt modelId="{6E68F4F9-D3A9-433E-9A72-3CAA708E97DA}" type="pres">
      <dgm:prSet presAssocID="{84981080-262B-4973-93E5-F387BDCF1C35}" presName="sibTrans" presStyleCnt="0"/>
      <dgm:spPr/>
    </dgm:pt>
    <dgm:pt modelId="{BD3A79E0-DE29-4905-8BFC-993B40DFD1A3}" type="pres">
      <dgm:prSet presAssocID="{59234DDB-229C-4E0D-BCBF-2615D52AE29F}" presName="node" presStyleLbl="node1" presStyleIdx="1" presStyleCnt="16">
        <dgm:presLayoutVars>
          <dgm:bulletEnabled val="1"/>
        </dgm:presLayoutVars>
      </dgm:prSet>
      <dgm:spPr/>
    </dgm:pt>
    <dgm:pt modelId="{7BE8B736-3C2A-4946-AD3D-A2BD7A6FAB83}" type="pres">
      <dgm:prSet presAssocID="{D91BC796-FFB8-407A-864A-8EDCB62C014F}" presName="sibTrans" presStyleCnt="0"/>
      <dgm:spPr/>
    </dgm:pt>
    <dgm:pt modelId="{42E58C38-6375-4435-8EA7-1DD332217DAA}" type="pres">
      <dgm:prSet presAssocID="{0E790831-596C-4171-B98E-6DD4A6556471}" presName="node" presStyleLbl="node1" presStyleIdx="2" presStyleCnt="16">
        <dgm:presLayoutVars>
          <dgm:bulletEnabled val="1"/>
        </dgm:presLayoutVars>
      </dgm:prSet>
      <dgm:spPr>
        <a:prstGeom prst="flowChartConnector">
          <a:avLst/>
        </a:prstGeom>
      </dgm:spPr>
    </dgm:pt>
    <dgm:pt modelId="{1EA152AE-216F-45DD-A860-E4F99A259A5D}" type="pres">
      <dgm:prSet presAssocID="{13A7C205-8390-461A-8C92-C6370292FC2A}" presName="sibTrans" presStyleCnt="0"/>
      <dgm:spPr/>
    </dgm:pt>
    <dgm:pt modelId="{560B2DFB-F1F8-48B7-A2D8-CB4A223E28E8}" type="pres">
      <dgm:prSet presAssocID="{1C17B83B-3D7A-4981-A80B-E23D6A0AD387}" presName="node" presStyleLbl="node1" presStyleIdx="3" presStyleCnt="16">
        <dgm:presLayoutVars>
          <dgm:bulletEnabled val="1"/>
        </dgm:presLayoutVars>
      </dgm:prSet>
      <dgm:spPr/>
    </dgm:pt>
    <dgm:pt modelId="{9969C891-643D-4CD4-BF86-4A015E265DDA}" type="pres">
      <dgm:prSet presAssocID="{067D7A4A-0F6A-424E-BEF2-30CD4D618CED}" presName="sibTrans" presStyleCnt="0"/>
      <dgm:spPr/>
    </dgm:pt>
    <dgm:pt modelId="{B0062DAF-D457-4C1B-A923-F2920782C43C}" type="pres">
      <dgm:prSet presAssocID="{BF0F3DDF-7751-491B-B4E4-D91F00FA9021}" presName="node" presStyleLbl="node1" presStyleIdx="4" presStyleCnt="16">
        <dgm:presLayoutVars>
          <dgm:bulletEnabled val="1"/>
        </dgm:presLayoutVars>
      </dgm:prSet>
      <dgm:spPr/>
    </dgm:pt>
    <dgm:pt modelId="{7D3DF39F-90C1-400E-A0CB-426E2E8D3B05}" type="pres">
      <dgm:prSet presAssocID="{28620C65-E1C7-48D6-B894-01CAE94484EB}" presName="sibTrans" presStyleCnt="0"/>
      <dgm:spPr/>
    </dgm:pt>
    <dgm:pt modelId="{E932DD69-64CD-4A50-90A3-59F148801ED3}" type="pres">
      <dgm:prSet presAssocID="{A35846B3-2EA2-4195-805B-8DAE68F3277B}" presName="node" presStyleLbl="node1" presStyleIdx="5" presStyleCnt="16">
        <dgm:presLayoutVars>
          <dgm:bulletEnabled val="1"/>
        </dgm:presLayoutVars>
      </dgm:prSet>
      <dgm:spPr>
        <a:prstGeom prst="flowChartConnector">
          <a:avLst/>
        </a:prstGeom>
      </dgm:spPr>
    </dgm:pt>
    <dgm:pt modelId="{EB7C4654-9A9B-413C-9F11-5B055442E9FD}" type="pres">
      <dgm:prSet presAssocID="{190B354A-4FE2-4665-BBE9-AA3E769F8784}" presName="sibTrans" presStyleCnt="0"/>
      <dgm:spPr/>
    </dgm:pt>
    <dgm:pt modelId="{668BEA39-0E59-4931-98F8-CE4CD454D0E8}" type="pres">
      <dgm:prSet presAssocID="{E1D51F6D-30BE-4668-B3CD-6058EF547593}" presName="node" presStyleLbl="node1" presStyleIdx="6" presStyleCnt="16">
        <dgm:presLayoutVars>
          <dgm:bulletEnabled val="1"/>
        </dgm:presLayoutVars>
      </dgm:prSet>
      <dgm:spPr/>
    </dgm:pt>
    <dgm:pt modelId="{BE8A81F8-835F-43F5-AD87-8127241EAA76}" type="pres">
      <dgm:prSet presAssocID="{FFAF179B-F5EE-4D46-BD8C-558BACBE01EC}" presName="sibTrans" presStyleCnt="0"/>
      <dgm:spPr/>
    </dgm:pt>
    <dgm:pt modelId="{2F8777B2-36C5-4577-B7D0-2889568F9F2E}" type="pres">
      <dgm:prSet presAssocID="{BFA75469-A538-43B0-A1E9-8B6E7E960A0A}" presName="node" presStyleLbl="node1" presStyleIdx="7" presStyleCnt="16">
        <dgm:presLayoutVars>
          <dgm:bulletEnabled val="1"/>
        </dgm:presLayoutVars>
      </dgm:prSet>
      <dgm:spPr>
        <a:prstGeom prst="flowChartConnector">
          <a:avLst/>
        </a:prstGeom>
      </dgm:spPr>
    </dgm:pt>
    <dgm:pt modelId="{FC0D1B1D-6259-4323-B681-DE330329717E}" type="pres">
      <dgm:prSet presAssocID="{293F426D-BA46-4980-AF7A-78271064950A}" presName="sibTrans" presStyleCnt="0"/>
      <dgm:spPr/>
    </dgm:pt>
    <dgm:pt modelId="{D91AED50-40F5-4D02-9FBA-A894126FEBBC}" type="pres">
      <dgm:prSet presAssocID="{8F0FB0C2-3396-4E8D-BB4B-DDDB9C804602}" presName="node" presStyleLbl="node1" presStyleIdx="8" presStyleCnt="16">
        <dgm:presLayoutVars>
          <dgm:bulletEnabled val="1"/>
        </dgm:presLayoutVars>
      </dgm:prSet>
      <dgm:spPr>
        <a:prstGeom prst="flowChartConnector">
          <a:avLst/>
        </a:prstGeom>
      </dgm:spPr>
    </dgm:pt>
    <dgm:pt modelId="{A6964E39-0DE6-4DE2-B0C4-96D344909EF2}" type="pres">
      <dgm:prSet presAssocID="{2C5B572E-FD6F-461C-BACB-44E934FA8C9A}" presName="sibTrans" presStyleCnt="0"/>
      <dgm:spPr/>
    </dgm:pt>
    <dgm:pt modelId="{FD10FCE2-85C8-423C-9D46-C95867C051FD}" type="pres">
      <dgm:prSet presAssocID="{16BDCBAC-D9A9-4A13-91D3-F80D21112246}" presName="node" presStyleLbl="node1" presStyleIdx="9" presStyleCnt="16">
        <dgm:presLayoutVars>
          <dgm:bulletEnabled val="1"/>
        </dgm:presLayoutVars>
      </dgm:prSet>
      <dgm:spPr/>
    </dgm:pt>
    <dgm:pt modelId="{37368ED8-56DC-4C82-BA4D-073F6C7CFA9D}" type="pres">
      <dgm:prSet presAssocID="{ABEE83E6-6ABE-49CB-937B-D5DEC68EE3D2}" presName="sibTrans" presStyleCnt="0"/>
      <dgm:spPr/>
    </dgm:pt>
    <dgm:pt modelId="{BBDC5871-D38D-4B63-AE9D-70877AD1CBE0}" type="pres">
      <dgm:prSet presAssocID="{21FC2877-555C-4CC3-900A-33F7B738493A}" presName="node" presStyleLbl="node1" presStyleIdx="10" presStyleCnt="16">
        <dgm:presLayoutVars>
          <dgm:bulletEnabled val="1"/>
        </dgm:presLayoutVars>
      </dgm:prSet>
      <dgm:spPr>
        <a:prstGeom prst="flowChartConnector">
          <a:avLst/>
        </a:prstGeom>
      </dgm:spPr>
    </dgm:pt>
    <dgm:pt modelId="{1ED3E899-7FE2-464D-868E-8601AA0E2E29}" type="pres">
      <dgm:prSet presAssocID="{B7CF1D2F-D942-48EE-AAD4-199DD5773C8C}" presName="sibTrans" presStyleCnt="0"/>
      <dgm:spPr/>
    </dgm:pt>
    <dgm:pt modelId="{62649518-1870-4F18-8A15-9DA8AE357001}" type="pres">
      <dgm:prSet presAssocID="{CB64601D-9755-4981-8617-7A401FEE59DC}" presName="node" presStyleLbl="node1" presStyleIdx="11" presStyleCnt="16">
        <dgm:presLayoutVars>
          <dgm:bulletEnabled val="1"/>
        </dgm:presLayoutVars>
      </dgm:prSet>
      <dgm:spPr/>
    </dgm:pt>
    <dgm:pt modelId="{3690F2EE-0350-47E0-BB3F-F91B1AAE642F}" type="pres">
      <dgm:prSet presAssocID="{7D53D357-CFC1-4BB1-BD41-5822A80DBFAA}" presName="sibTrans" presStyleCnt="0"/>
      <dgm:spPr/>
    </dgm:pt>
    <dgm:pt modelId="{19DA7640-BC46-48A2-A968-90293F04D368}" type="pres">
      <dgm:prSet presAssocID="{9649D1CC-D3E9-4AF1-9324-C197EBF8D7AE}" presName="node" presStyleLbl="node1" presStyleIdx="12" presStyleCnt="16">
        <dgm:presLayoutVars>
          <dgm:bulletEnabled val="1"/>
        </dgm:presLayoutVars>
      </dgm:prSet>
      <dgm:spPr/>
    </dgm:pt>
    <dgm:pt modelId="{C4894B0E-2BC3-445C-888E-57F5C0CCDEC9}" type="pres">
      <dgm:prSet presAssocID="{03B503DA-54DD-46D3-93FE-CDE9407024CA}" presName="sibTrans" presStyleCnt="0"/>
      <dgm:spPr/>
    </dgm:pt>
    <dgm:pt modelId="{12DA9390-2AB0-4672-B3BE-E65A13485ED5}" type="pres">
      <dgm:prSet presAssocID="{AADF4763-60D9-4D4A-B353-E2E0CDA8D6E7}" presName="node" presStyleLbl="node1" presStyleIdx="13" presStyleCnt="16">
        <dgm:presLayoutVars>
          <dgm:bulletEnabled val="1"/>
        </dgm:presLayoutVars>
      </dgm:prSet>
      <dgm:spPr>
        <a:prstGeom prst="flowChartConnector">
          <a:avLst/>
        </a:prstGeom>
      </dgm:spPr>
    </dgm:pt>
    <dgm:pt modelId="{A0A2D4A3-084C-4E04-A3CF-81D43665FBA9}" type="pres">
      <dgm:prSet presAssocID="{10B1129F-6D9B-4803-8480-3BE94F897B1F}" presName="sibTrans" presStyleCnt="0"/>
      <dgm:spPr/>
    </dgm:pt>
    <dgm:pt modelId="{0BDBACF4-FE5E-445E-92BC-8DC7D49495AF}" type="pres">
      <dgm:prSet presAssocID="{1FFBABD7-8ED0-4BED-9BCB-4E2E3554D1C3}" presName="node" presStyleLbl="node1" presStyleIdx="14" presStyleCnt="16">
        <dgm:presLayoutVars>
          <dgm:bulletEnabled val="1"/>
        </dgm:presLayoutVars>
      </dgm:prSet>
      <dgm:spPr/>
    </dgm:pt>
    <dgm:pt modelId="{5873A91D-9B31-4D8D-A0C0-0F169550C24B}" type="pres">
      <dgm:prSet presAssocID="{231FB8F6-35AF-42F6-A23C-0E92A99211FE}" presName="sibTrans" presStyleCnt="0"/>
      <dgm:spPr/>
    </dgm:pt>
    <dgm:pt modelId="{664198A7-AB23-46A6-9AC4-9068C8E0E84B}" type="pres">
      <dgm:prSet presAssocID="{1A8ACE54-34BC-48AA-A9E9-9F1487A1F9B3}" presName="node" presStyleLbl="node1" presStyleIdx="15" presStyleCnt="16">
        <dgm:presLayoutVars>
          <dgm:bulletEnabled val="1"/>
        </dgm:presLayoutVars>
      </dgm:prSet>
      <dgm:spPr>
        <a:prstGeom prst="flowChartConnector">
          <a:avLst/>
        </a:prstGeom>
      </dgm:spPr>
    </dgm:pt>
  </dgm:ptLst>
  <dgm:cxnLst>
    <dgm:cxn modelId="{0255A10C-7298-4DB8-914C-A673488433BE}" srcId="{EB549CA8-207D-4D6B-98BB-B8DCCFA396D7}" destId="{1C17B83B-3D7A-4981-A80B-E23D6A0AD387}" srcOrd="3" destOrd="0" parTransId="{3BAB797A-F367-45F1-9DBC-A02A4028C56D}" sibTransId="{067D7A4A-0F6A-424E-BEF2-30CD4D618CED}"/>
    <dgm:cxn modelId="{9D86ED0D-B979-4CD6-B533-76DBAC87A8B9}" type="presOf" srcId="{A35846B3-2EA2-4195-805B-8DAE68F3277B}" destId="{E932DD69-64CD-4A50-90A3-59F148801ED3}" srcOrd="0" destOrd="0" presId="urn:microsoft.com/office/officeart/2005/8/layout/default"/>
    <dgm:cxn modelId="{4C95AC11-84E6-4C50-B4BB-621F1D4A1D79}" type="presOf" srcId="{16BDCBAC-D9A9-4A13-91D3-F80D21112246}" destId="{FD10FCE2-85C8-423C-9D46-C95867C051FD}" srcOrd="0" destOrd="0" presId="urn:microsoft.com/office/officeart/2005/8/layout/default"/>
    <dgm:cxn modelId="{A2352612-0594-4EF9-B55D-202A468AF57A}" srcId="{EB549CA8-207D-4D6B-98BB-B8DCCFA396D7}" destId="{AADF4763-60D9-4D4A-B353-E2E0CDA8D6E7}" srcOrd="13" destOrd="0" parTransId="{BD510DF7-61F1-4B18-956F-C7AA1D3934DD}" sibTransId="{10B1129F-6D9B-4803-8480-3BE94F897B1F}"/>
    <dgm:cxn modelId="{12924C14-6F93-4105-8597-761994AFEFAA}" srcId="{EB549CA8-207D-4D6B-98BB-B8DCCFA396D7}" destId="{BFA75469-A538-43B0-A1E9-8B6E7E960A0A}" srcOrd="7" destOrd="0" parTransId="{77B946AB-5464-4F6F-9FFE-423186100747}" sibTransId="{293F426D-BA46-4980-AF7A-78271064950A}"/>
    <dgm:cxn modelId="{44DE0137-029C-4F4D-9E93-182BCA74B6F7}" srcId="{EB549CA8-207D-4D6B-98BB-B8DCCFA396D7}" destId="{BF0F3DDF-7751-491B-B4E4-D91F00FA9021}" srcOrd="4" destOrd="0" parTransId="{52475680-1553-4A77-ADCB-DDA0FDAD8438}" sibTransId="{28620C65-E1C7-48D6-B894-01CAE94484EB}"/>
    <dgm:cxn modelId="{1592B13A-B069-4834-9971-EB3EB350075E}" type="presOf" srcId="{59234DDB-229C-4E0D-BCBF-2615D52AE29F}" destId="{BD3A79E0-DE29-4905-8BFC-993B40DFD1A3}" srcOrd="0" destOrd="0" presId="urn:microsoft.com/office/officeart/2005/8/layout/default"/>
    <dgm:cxn modelId="{F2A8143C-412C-44FA-B22D-5D924308C7DD}" srcId="{EB549CA8-207D-4D6B-98BB-B8DCCFA396D7}" destId="{1FFBABD7-8ED0-4BED-9BCB-4E2E3554D1C3}" srcOrd="14" destOrd="0" parTransId="{479BC336-74C2-4F1D-B94A-C32B6972528D}" sibTransId="{231FB8F6-35AF-42F6-A23C-0E92A99211FE}"/>
    <dgm:cxn modelId="{00845C5B-A84B-4660-AF72-92431E3D5DA9}" type="presOf" srcId="{EB549CA8-207D-4D6B-98BB-B8DCCFA396D7}" destId="{3E5D4A1E-79CD-43FC-9F33-20F304CD4552}" srcOrd="0" destOrd="0" presId="urn:microsoft.com/office/officeart/2005/8/layout/default"/>
    <dgm:cxn modelId="{2F8E685B-93AE-4CAE-A4E4-F9C8EDC41C9C}" srcId="{EB549CA8-207D-4D6B-98BB-B8DCCFA396D7}" destId="{8F0FB0C2-3396-4E8D-BB4B-DDDB9C804602}" srcOrd="8" destOrd="0" parTransId="{7D3579BF-B085-4933-934C-42827F1A81A4}" sibTransId="{2C5B572E-FD6F-461C-BACB-44E934FA8C9A}"/>
    <dgm:cxn modelId="{6CFFD45E-28FA-419B-AA3C-E092EEE5C726}" type="presOf" srcId="{BF0F3DDF-7751-491B-B4E4-D91F00FA9021}" destId="{B0062DAF-D457-4C1B-A923-F2920782C43C}" srcOrd="0" destOrd="0" presId="urn:microsoft.com/office/officeart/2005/8/layout/default"/>
    <dgm:cxn modelId="{CFA7A844-4F3A-4F53-A407-36FE7A842E74}" srcId="{EB549CA8-207D-4D6B-98BB-B8DCCFA396D7}" destId="{E1D51F6D-30BE-4668-B3CD-6058EF547593}" srcOrd="6" destOrd="0" parTransId="{783B8489-7ECC-4279-9AC6-957CC782FEA8}" sibTransId="{FFAF179B-F5EE-4D46-BD8C-558BACBE01EC}"/>
    <dgm:cxn modelId="{80A85C46-8BFC-4B00-BC73-9A3B88817157}" type="presOf" srcId="{AADF4763-60D9-4D4A-B353-E2E0CDA8D6E7}" destId="{12DA9390-2AB0-4672-B3BE-E65A13485ED5}" srcOrd="0" destOrd="0" presId="urn:microsoft.com/office/officeart/2005/8/layout/default"/>
    <dgm:cxn modelId="{99303049-FC98-4D40-8DF3-979726C9AB86}" type="presOf" srcId="{9649D1CC-D3E9-4AF1-9324-C197EBF8D7AE}" destId="{19DA7640-BC46-48A2-A968-90293F04D368}" srcOrd="0" destOrd="0" presId="urn:microsoft.com/office/officeart/2005/8/layout/default"/>
    <dgm:cxn modelId="{07AAD56C-6BE4-4C5D-AA0C-16F782BF8EF4}" type="presOf" srcId="{1A8ACE54-34BC-48AA-A9E9-9F1487A1F9B3}" destId="{664198A7-AB23-46A6-9AC4-9068C8E0E84B}" srcOrd="0" destOrd="0" presId="urn:microsoft.com/office/officeart/2005/8/layout/default"/>
    <dgm:cxn modelId="{E45CC951-E16F-4DD5-9DCE-2348ABFC64D7}" type="presOf" srcId="{E1D51F6D-30BE-4668-B3CD-6058EF547593}" destId="{668BEA39-0E59-4931-98F8-CE4CD454D0E8}" srcOrd="0" destOrd="0" presId="urn:microsoft.com/office/officeart/2005/8/layout/default"/>
    <dgm:cxn modelId="{5F100972-19E0-4DAB-9583-52B8C468192B}" srcId="{EB549CA8-207D-4D6B-98BB-B8DCCFA396D7}" destId="{CB64601D-9755-4981-8617-7A401FEE59DC}" srcOrd="11" destOrd="0" parTransId="{FC35C076-08F5-48F2-8BC4-8E19AE40685A}" sibTransId="{7D53D357-CFC1-4BB1-BD41-5822A80DBFAA}"/>
    <dgm:cxn modelId="{1364CB52-4842-4011-9634-77EEEB1D8286}" type="presOf" srcId="{0E790831-596C-4171-B98E-6DD4A6556471}" destId="{42E58C38-6375-4435-8EA7-1DD332217DAA}" srcOrd="0" destOrd="0" presId="urn:microsoft.com/office/officeart/2005/8/layout/default"/>
    <dgm:cxn modelId="{700E067C-E9BF-4475-9175-215720044F8E}" srcId="{EB549CA8-207D-4D6B-98BB-B8DCCFA396D7}" destId="{0E790831-596C-4171-B98E-6DD4A6556471}" srcOrd="2" destOrd="0" parTransId="{95E2FFC9-0BAF-4737-8848-B8DB0355A15C}" sibTransId="{13A7C205-8390-461A-8C92-C6370292FC2A}"/>
    <dgm:cxn modelId="{5D41AF7C-9246-4D00-B884-E8F592EAB7C9}" type="presOf" srcId="{6D6BB16C-0C0C-469A-90EA-B2BBF8DFD8D7}" destId="{CAFC08B1-C73C-42CA-B5BA-B205A0E301A9}" srcOrd="0" destOrd="0" presId="urn:microsoft.com/office/officeart/2005/8/layout/default"/>
    <dgm:cxn modelId="{651A637D-2D33-4B06-AAB0-CC0682334C2C}" srcId="{EB549CA8-207D-4D6B-98BB-B8DCCFA396D7}" destId="{A35846B3-2EA2-4195-805B-8DAE68F3277B}" srcOrd="5" destOrd="0" parTransId="{9E795860-F00B-49DE-AD61-4BD37CFBDF9E}" sibTransId="{190B354A-4FE2-4665-BBE9-AA3E769F8784}"/>
    <dgm:cxn modelId="{1DCAC79A-7D10-4480-9CFC-C405FA5B15A7}" srcId="{EB549CA8-207D-4D6B-98BB-B8DCCFA396D7}" destId="{21FC2877-555C-4CC3-900A-33F7B738493A}" srcOrd="10" destOrd="0" parTransId="{2DD7E369-753A-430B-8D11-D9041773B744}" sibTransId="{B7CF1D2F-D942-48EE-AAD4-199DD5773C8C}"/>
    <dgm:cxn modelId="{D300E0B1-1C83-4C10-B2CB-413D2CFD1B1E}" type="presOf" srcId="{1C17B83B-3D7A-4981-A80B-E23D6A0AD387}" destId="{560B2DFB-F1F8-48B7-A2D8-CB4A223E28E8}" srcOrd="0" destOrd="0" presId="urn:microsoft.com/office/officeart/2005/8/layout/default"/>
    <dgm:cxn modelId="{F7D22FBD-C9DB-4CC1-8159-94006B6D98EF}" srcId="{EB549CA8-207D-4D6B-98BB-B8DCCFA396D7}" destId="{16BDCBAC-D9A9-4A13-91D3-F80D21112246}" srcOrd="9" destOrd="0" parTransId="{2E309DB9-37CD-42AB-BC47-609AB547A599}" sibTransId="{ABEE83E6-6ABE-49CB-937B-D5DEC68EE3D2}"/>
    <dgm:cxn modelId="{DB1E9DBE-A79F-4D68-B666-E74234B36F80}" type="presOf" srcId="{CB64601D-9755-4981-8617-7A401FEE59DC}" destId="{62649518-1870-4F18-8A15-9DA8AE357001}" srcOrd="0" destOrd="0" presId="urn:microsoft.com/office/officeart/2005/8/layout/default"/>
    <dgm:cxn modelId="{798D72C5-442F-40E1-A10E-970E6EE23387}" srcId="{EB549CA8-207D-4D6B-98BB-B8DCCFA396D7}" destId="{6D6BB16C-0C0C-469A-90EA-B2BBF8DFD8D7}" srcOrd="0" destOrd="0" parTransId="{205B7CB6-E257-45B5-BDF4-B21FB80A1062}" sibTransId="{84981080-262B-4973-93E5-F387BDCF1C35}"/>
    <dgm:cxn modelId="{B92319CE-E057-4B45-AAFB-7DF376C5D2BE}" type="presOf" srcId="{21FC2877-555C-4CC3-900A-33F7B738493A}" destId="{BBDC5871-D38D-4B63-AE9D-70877AD1CBE0}" srcOrd="0" destOrd="0" presId="urn:microsoft.com/office/officeart/2005/8/layout/default"/>
    <dgm:cxn modelId="{D63754DA-AE9E-4AE0-AF2B-5DB35D1560A5}" srcId="{EB549CA8-207D-4D6B-98BB-B8DCCFA396D7}" destId="{1A8ACE54-34BC-48AA-A9E9-9F1487A1F9B3}" srcOrd="15" destOrd="0" parTransId="{A25660FB-BD7A-4D1C-8A6E-2298F6C34D3D}" sibTransId="{EE625142-D44E-4331-91B6-DFDDB40DFACF}"/>
    <dgm:cxn modelId="{2D5714DD-D290-4346-97B9-A10EEE2849CD}" type="presOf" srcId="{BFA75469-A538-43B0-A1E9-8B6E7E960A0A}" destId="{2F8777B2-36C5-4577-B7D0-2889568F9F2E}" srcOrd="0" destOrd="0" presId="urn:microsoft.com/office/officeart/2005/8/layout/default"/>
    <dgm:cxn modelId="{2AC4AADD-D457-45F0-B0C3-D6973A654BF0}" type="presOf" srcId="{8F0FB0C2-3396-4E8D-BB4B-DDDB9C804602}" destId="{D91AED50-40F5-4D02-9FBA-A894126FEBBC}" srcOrd="0" destOrd="0" presId="urn:microsoft.com/office/officeart/2005/8/layout/default"/>
    <dgm:cxn modelId="{909B3EE6-5062-4081-8D16-E4299AD1DEA0}" srcId="{EB549CA8-207D-4D6B-98BB-B8DCCFA396D7}" destId="{59234DDB-229C-4E0D-BCBF-2615D52AE29F}" srcOrd="1" destOrd="0" parTransId="{85D13D4F-72C5-437D-8A20-EA91C87B94BC}" sibTransId="{D91BC796-FFB8-407A-864A-8EDCB62C014F}"/>
    <dgm:cxn modelId="{FDE1CDE8-9FC6-4EC4-8A24-4A89EDFCCF4F}" srcId="{EB549CA8-207D-4D6B-98BB-B8DCCFA396D7}" destId="{9649D1CC-D3E9-4AF1-9324-C197EBF8D7AE}" srcOrd="12" destOrd="0" parTransId="{A8671EFA-7859-47EB-AD4A-F11CA8014BA1}" sibTransId="{03B503DA-54DD-46D3-93FE-CDE9407024CA}"/>
    <dgm:cxn modelId="{7977EFFB-51D7-42A7-B76E-14439192A718}" type="presOf" srcId="{1FFBABD7-8ED0-4BED-9BCB-4E2E3554D1C3}" destId="{0BDBACF4-FE5E-445E-92BC-8DC7D49495AF}" srcOrd="0" destOrd="0" presId="urn:microsoft.com/office/officeart/2005/8/layout/default"/>
    <dgm:cxn modelId="{5423274B-22B3-4C25-89A7-64A63272D349}" type="presParOf" srcId="{3E5D4A1E-79CD-43FC-9F33-20F304CD4552}" destId="{CAFC08B1-C73C-42CA-B5BA-B205A0E301A9}" srcOrd="0" destOrd="0" presId="urn:microsoft.com/office/officeart/2005/8/layout/default"/>
    <dgm:cxn modelId="{51831903-0F08-4030-AE2C-18217842546E}" type="presParOf" srcId="{3E5D4A1E-79CD-43FC-9F33-20F304CD4552}" destId="{6E68F4F9-D3A9-433E-9A72-3CAA708E97DA}" srcOrd="1" destOrd="0" presId="urn:microsoft.com/office/officeart/2005/8/layout/default"/>
    <dgm:cxn modelId="{235474E2-91C8-495F-9161-4AF4B87F3AEF}" type="presParOf" srcId="{3E5D4A1E-79CD-43FC-9F33-20F304CD4552}" destId="{BD3A79E0-DE29-4905-8BFC-993B40DFD1A3}" srcOrd="2" destOrd="0" presId="urn:microsoft.com/office/officeart/2005/8/layout/default"/>
    <dgm:cxn modelId="{5B62AB6D-2D07-4A0E-B724-45637AF1FF30}" type="presParOf" srcId="{3E5D4A1E-79CD-43FC-9F33-20F304CD4552}" destId="{7BE8B736-3C2A-4946-AD3D-A2BD7A6FAB83}" srcOrd="3" destOrd="0" presId="urn:microsoft.com/office/officeart/2005/8/layout/default"/>
    <dgm:cxn modelId="{C87FCB81-7225-423C-BA9B-55A87243C833}" type="presParOf" srcId="{3E5D4A1E-79CD-43FC-9F33-20F304CD4552}" destId="{42E58C38-6375-4435-8EA7-1DD332217DAA}" srcOrd="4" destOrd="0" presId="urn:microsoft.com/office/officeart/2005/8/layout/default"/>
    <dgm:cxn modelId="{622E2BA9-2FBD-43F3-88DC-6F42B1171EFF}" type="presParOf" srcId="{3E5D4A1E-79CD-43FC-9F33-20F304CD4552}" destId="{1EA152AE-216F-45DD-A860-E4F99A259A5D}" srcOrd="5" destOrd="0" presId="urn:microsoft.com/office/officeart/2005/8/layout/default"/>
    <dgm:cxn modelId="{68F6C4B9-F99C-42E5-A7BB-71C399B2462A}" type="presParOf" srcId="{3E5D4A1E-79CD-43FC-9F33-20F304CD4552}" destId="{560B2DFB-F1F8-48B7-A2D8-CB4A223E28E8}" srcOrd="6" destOrd="0" presId="urn:microsoft.com/office/officeart/2005/8/layout/default"/>
    <dgm:cxn modelId="{794A04DD-03D2-4ADA-9DF3-28453F4EBBD5}" type="presParOf" srcId="{3E5D4A1E-79CD-43FC-9F33-20F304CD4552}" destId="{9969C891-643D-4CD4-BF86-4A015E265DDA}" srcOrd="7" destOrd="0" presId="urn:microsoft.com/office/officeart/2005/8/layout/default"/>
    <dgm:cxn modelId="{FBC871F0-8783-467E-A1B3-4E252326F9B3}" type="presParOf" srcId="{3E5D4A1E-79CD-43FC-9F33-20F304CD4552}" destId="{B0062DAF-D457-4C1B-A923-F2920782C43C}" srcOrd="8" destOrd="0" presId="urn:microsoft.com/office/officeart/2005/8/layout/default"/>
    <dgm:cxn modelId="{9F6E2567-0A62-4F78-AC84-684B44550047}" type="presParOf" srcId="{3E5D4A1E-79CD-43FC-9F33-20F304CD4552}" destId="{7D3DF39F-90C1-400E-A0CB-426E2E8D3B05}" srcOrd="9" destOrd="0" presId="urn:microsoft.com/office/officeart/2005/8/layout/default"/>
    <dgm:cxn modelId="{AC012484-6AAB-4C9A-89A5-92A87E15DA62}" type="presParOf" srcId="{3E5D4A1E-79CD-43FC-9F33-20F304CD4552}" destId="{E932DD69-64CD-4A50-90A3-59F148801ED3}" srcOrd="10" destOrd="0" presId="urn:microsoft.com/office/officeart/2005/8/layout/default"/>
    <dgm:cxn modelId="{DE482EED-E23C-4CDE-B1B2-176C476F06B0}" type="presParOf" srcId="{3E5D4A1E-79CD-43FC-9F33-20F304CD4552}" destId="{EB7C4654-9A9B-413C-9F11-5B055442E9FD}" srcOrd="11" destOrd="0" presId="urn:microsoft.com/office/officeart/2005/8/layout/default"/>
    <dgm:cxn modelId="{68DA24A3-222E-4CB5-B764-07C4FA183D2A}" type="presParOf" srcId="{3E5D4A1E-79CD-43FC-9F33-20F304CD4552}" destId="{668BEA39-0E59-4931-98F8-CE4CD454D0E8}" srcOrd="12" destOrd="0" presId="urn:microsoft.com/office/officeart/2005/8/layout/default"/>
    <dgm:cxn modelId="{84A4C35F-02BB-40F7-8E9B-EA6D0699B679}" type="presParOf" srcId="{3E5D4A1E-79CD-43FC-9F33-20F304CD4552}" destId="{BE8A81F8-835F-43F5-AD87-8127241EAA76}" srcOrd="13" destOrd="0" presId="urn:microsoft.com/office/officeart/2005/8/layout/default"/>
    <dgm:cxn modelId="{E164FE8D-10C0-40D0-A920-C62E468B143C}" type="presParOf" srcId="{3E5D4A1E-79CD-43FC-9F33-20F304CD4552}" destId="{2F8777B2-36C5-4577-B7D0-2889568F9F2E}" srcOrd="14" destOrd="0" presId="urn:microsoft.com/office/officeart/2005/8/layout/default"/>
    <dgm:cxn modelId="{9CEB916A-017C-4400-934A-D61268DF9762}" type="presParOf" srcId="{3E5D4A1E-79CD-43FC-9F33-20F304CD4552}" destId="{FC0D1B1D-6259-4323-B681-DE330329717E}" srcOrd="15" destOrd="0" presId="urn:microsoft.com/office/officeart/2005/8/layout/default"/>
    <dgm:cxn modelId="{45CEF721-D27B-4419-B845-39DB2854C8FA}" type="presParOf" srcId="{3E5D4A1E-79CD-43FC-9F33-20F304CD4552}" destId="{D91AED50-40F5-4D02-9FBA-A894126FEBBC}" srcOrd="16" destOrd="0" presId="urn:microsoft.com/office/officeart/2005/8/layout/default"/>
    <dgm:cxn modelId="{91812378-6CB1-41B8-946A-040359A3D1A6}" type="presParOf" srcId="{3E5D4A1E-79CD-43FC-9F33-20F304CD4552}" destId="{A6964E39-0DE6-4DE2-B0C4-96D344909EF2}" srcOrd="17" destOrd="0" presId="urn:microsoft.com/office/officeart/2005/8/layout/default"/>
    <dgm:cxn modelId="{DC7B0DBE-0F1D-4938-8C77-A48BEB5074E9}" type="presParOf" srcId="{3E5D4A1E-79CD-43FC-9F33-20F304CD4552}" destId="{FD10FCE2-85C8-423C-9D46-C95867C051FD}" srcOrd="18" destOrd="0" presId="urn:microsoft.com/office/officeart/2005/8/layout/default"/>
    <dgm:cxn modelId="{5F1A2383-5210-44C3-B25A-EA7A238672BB}" type="presParOf" srcId="{3E5D4A1E-79CD-43FC-9F33-20F304CD4552}" destId="{37368ED8-56DC-4C82-BA4D-073F6C7CFA9D}" srcOrd="19" destOrd="0" presId="urn:microsoft.com/office/officeart/2005/8/layout/default"/>
    <dgm:cxn modelId="{D55114A7-B3F7-4279-A3AC-512EC329D673}" type="presParOf" srcId="{3E5D4A1E-79CD-43FC-9F33-20F304CD4552}" destId="{BBDC5871-D38D-4B63-AE9D-70877AD1CBE0}" srcOrd="20" destOrd="0" presId="urn:microsoft.com/office/officeart/2005/8/layout/default"/>
    <dgm:cxn modelId="{83D7C49F-04C9-481B-B0F7-16B9CB18D443}" type="presParOf" srcId="{3E5D4A1E-79CD-43FC-9F33-20F304CD4552}" destId="{1ED3E899-7FE2-464D-868E-8601AA0E2E29}" srcOrd="21" destOrd="0" presId="urn:microsoft.com/office/officeart/2005/8/layout/default"/>
    <dgm:cxn modelId="{88F52C51-D5D7-4711-9FE4-8FF1D12B7A16}" type="presParOf" srcId="{3E5D4A1E-79CD-43FC-9F33-20F304CD4552}" destId="{62649518-1870-4F18-8A15-9DA8AE357001}" srcOrd="22" destOrd="0" presId="urn:microsoft.com/office/officeart/2005/8/layout/default"/>
    <dgm:cxn modelId="{C1AFB17D-C5A4-4DB8-B7D1-BC47199A882D}" type="presParOf" srcId="{3E5D4A1E-79CD-43FC-9F33-20F304CD4552}" destId="{3690F2EE-0350-47E0-BB3F-F91B1AAE642F}" srcOrd="23" destOrd="0" presId="urn:microsoft.com/office/officeart/2005/8/layout/default"/>
    <dgm:cxn modelId="{983DE95F-594B-406D-AB45-FEEF41647E13}" type="presParOf" srcId="{3E5D4A1E-79CD-43FC-9F33-20F304CD4552}" destId="{19DA7640-BC46-48A2-A968-90293F04D368}" srcOrd="24" destOrd="0" presId="urn:microsoft.com/office/officeart/2005/8/layout/default"/>
    <dgm:cxn modelId="{C2F01D7B-70CD-4740-8275-B6A5328071F2}" type="presParOf" srcId="{3E5D4A1E-79CD-43FC-9F33-20F304CD4552}" destId="{C4894B0E-2BC3-445C-888E-57F5C0CCDEC9}" srcOrd="25" destOrd="0" presId="urn:microsoft.com/office/officeart/2005/8/layout/default"/>
    <dgm:cxn modelId="{7A9C094A-4FC6-43EC-A97F-2735B07970B4}" type="presParOf" srcId="{3E5D4A1E-79CD-43FC-9F33-20F304CD4552}" destId="{12DA9390-2AB0-4672-B3BE-E65A13485ED5}" srcOrd="26" destOrd="0" presId="urn:microsoft.com/office/officeart/2005/8/layout/default"/>
    <dgm:cxn modelId="{3DC6655F-5D65-49E8-B51B-7C76600F65F8}" type="presParOf" srcId="{3E5D4A1E-79CD-43FC-9F33-20F304CD4552}" destId="{A0A2D4A3-084C-4E04-A3CF-81D43665FBA9}" srcOrd="27" destOrd="0" presId="urn:microsoft.com/office/officeart/2005/8/layout/default"/>
    <dgm:cxn modelId="{FBA5DF80-D3ED-4ED7-AF40-95D6B26EB9CE}" type="presParOf" srcId="{3E5D4A1E-79CD-43FC-9F33-20F304CD4552}" destId="{0BDBACF4-FE5E-445E-92BC-8DC7D49495AF}" srcOrd="28" destOrd="0" presId="urn:microsoft.com/office/officeart/2005/8/layout/default"/>
    <dgm:cxn modelId="{82F55D91-0069-42EA-B75D-E6DEDFC2B185}" type="presParOf" srcId="{3E5D4A1E-79CD-43FC-9F33-20F304CD4552}" destId="{5873A91D-9B31-4D8D-A0C0-0F169550C24B}" srcOrd="29" destOrd="0" presId="urn:microsoft.com/office/officeart/2005/8/layout/default"/>
    <dgm:cxn modelId="{F664504A-0FA2-483B-9D58-9F3E7B48B02E}" type="presParOf" srcId="{3E5D4A1E-79CD-43FC-9F33-20F304CD4552}" destId="{664198A7-AB23-46A6-9AC4-9068C8E0E84B}" srcOrd="30" destOrd="0" presId="urn:microsoft.com/office/officeart/2005/8/layout/defaul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2BC3209-816B-4749-B3FC-4C359C5B65E9}" type="doc">
      <dgm:prSet loTypeId="urn:microsoft.com/office/officeart/2005/8/layout/matrix3" loCatId="matrix" qsTypeId="urn:microsoft.com/office/officeart/2005/8/quickstyle/simple1" qsCatId="simple" csTypeId="urn:microsoft.com/office/officeart/2005/8/colors/accent1_3" csCatId="accent1" phldr="1"/>
      <dgm:spPr/>
      <dgm:t>
        <a:bodyPr/>
        <a:lstStyle/>
        <a:p>
          <a:endParaRPr lang="en-IN"/>
        </a:p>
      </dgm:t>
    </dgm:pt>
    <dgm:pt modelId="{82C5ADAE-F449-41C8-A2A9-E171A4BC6638}">
      <dgm:prSet custT="1"/>
      <dgm:spPr/>
      <dgm:t>
        <a:bodyPr/>
        <a:lstStyle/>
        <a:p>
          <a:r>
            <a:rPr lang="en-US" sz="2000" b="1" dirty="0"/>
            <a:t>Cloud Service Models</a:t>
          </a:r>
          <a:endParaRPr lang="en-IN" sz="2000" dirty="0"/>
        </a:p>
      </dgm:t>
    </dgm:pt>
    <dgm:pt modelId="{894A8280-9344-4917-8D21-1D4E94334A27}" type="parTrans" cxnId="{9809EE2E-A2D7-4BFF-88FE-5A377F32BB51}">
      <dgm:prSet/>
      <dgm:spPr/>
      <dgm:t>
        <a:bodyPr/>
        <a:lstStyle/>
        <a:p>
          <a:endParaRPr lang="en-IN"/>
        </a:p>
      </dgm:t>
    </dgm:pt>
    <dgm:pt modelId="{15EE64DE-ADF6-470F-BC41-E908EF4479D5}" type="sibTrans" cxnId="{9809EE2E-A2D7-4BFF-88FE-5A377F32BB51}">
      <dgm:prSet/>
      <dgm:spPr/>
      <dgm:t>
        <a:bodyPr/>
        <a:lstStyle/>
        <a:p>
          <a:endParaRPr lang="en-IN"/>
        </a:p>
      </dgm:t>
    </dgm:pt>
    <dgm:pt modelId="{AEB3BE17-FCB0-4D02-A2B1-4D06FA1B5061}">
      <dgm:prSet custT="1"/>
      <dgm:spPr/>
      <dgm:t>
        <a:bodyPr/>
        <a:lstStyle/>
        <a:p>
          <a:r>
            <a:rPr lang="en-US" sz="1800" dirty="0" err="1"/>
            <a:t>Infrastruc-ture</a:t>
          </a:r>
          <a:r>
            <a:rPr lang="en-US" sz="1800" dirty="0"/>
            <a:t> as a Service (IaaS)</a:t>
          </a:r>
          <a:endParaRPr lang="en-IN" sz="1800" dirty="0"/>
        </a:p>
      </dgm:t>
    </dgm:pt>
    <dgm:pt modelId="{296C453D-64CC-4C64-87FB-D3FCA178804F}" type="parTrans" cxnId="{DD6475D2-6467-4B38-A251-8B47B5B1A427}">
      <dgm:prSet/>
      <dgm:spPr/>
      <dgm:t>
        <a:bodyPr/>
        <a:lstStyle/>
        <a:p>
          <a:endParaRPr lang="en-IN"/>
        </a:p>
      </dgm:t>
    </dgm:pt>
    <dgm:pt modelId="{63D362C7-1A4F-4D1D-8FC2-E7B745A1DEBC}" type="sibTrans" cxnId="{DD6475D2-6467-4B38-A251-8B47B5B1A427}">
      <dgm:prSet/>
      <dgm:spPr/>
      <dgm:t>
        <a:bodyPr/>
        <a:lstStyle/>
        <a:p>
          <a:endParaRPr lang="en-IN"/>
        </a:p>
      </dgm:t>
    </dgm:pt>
    <dgm:pt modelId="{6BCB2CCF-3F35-4127-BC82-97C15F5CC823}">
      <dgm:prSet/>
      <dgm:spPr/>
      <dgm:t>
        <a:bodyPr/>
        <a:lstStyle/>
        <a:p>
          <a:r>
            <a:rPr lang="en-US" dirty="0"/>
            <a:t>Platform as a Service (PaaS)</a:t>
          </a:r>
          <a:endParaRPr lang="en-IN" dirty="0"/>
        </a:p>
      </dgm:t>
    </dgm:pt>
    <dgm:pt modelId="{123F4477-269F-46C1-989F-26EDDC1331AE}" type="parTrans" cxnId="{F781BE15-DB6F-4EF2-B248-7F6D4BE48709}">
      <dgm:prSet/>
      <dgm:spPr/>
      <dgm:t>
        <a:bodyPr/>
        <a:lstStyle/>
        <a:p>
          <a:endParaRPr lang="en-IN"/>
        </a:p>
      </dgm:t>
    </dgm:pt>
    <dgm:pt modelId="{A2A1252F-C11A-46F2-8042-24403180146D}" type="sibTrans" cxnId="{F781BE15-DB6F-4EF2-B248-7F6D4BE48709}">
      <dgm:prSet/>
      <dgm:spPr/>
      <dgm:t>
        <a:bodyPr/>
        <a:lstStyle/>
        <a:p>
          <a:endParaRPr lang="en-IN"/>
        </a:p>
      </dgm:t>
    </dgm:pt>
    <dgm:pt modelId="{0E12194B-7276-4FBD-835A-8675766F42DB}">
      <dgm:prSet/>
      <dgm:spPr/>
      <dgm:t>
        <a:bodyPr/>
        <a:lstStyle/>
        <a:p>
          <a:r>
            <a:rPr lang="en-US" dirty="0"/>
            <a:t>Software as a Service (SaaS)</a:t>
          </a:r>
          <a:endParaRPr lang="en-IN" dirty="0"/>
        </a:p>
      </dgm:t>
    </dgm:pt>
    <dgm:pt modelId="{27DFB7BD-FF08-4A1C-9858-9A990E3CD617}" type="parTrans" cxnId="{55D7DEB4-F767-47E7-9224-596EAE67FEEF}">
      <dgm:prSet/>
      <dgm:spPr/>
      <dgm:t>
        <a:bodyPr/>
        <a:lstStyle/>
        <a:p>
          <a:endParaRPr lang="en-IN"/>
        </a:p>
      </dgm:t>
    </dgm:pt>
    <dgm:pt modelId="{F4F4F64A-0B19-45CC-B74B-593619CF52B5}" type="sibTrans" cxnId="{55D7DEB4-F767-47E7-9224-596EAE67FEEF}">
      <dgm:prSet/>
      <dgm:spPr/>
      <dgm:t>
        <a:bodyPr/>
        <a:lstStyle/>
        <a:p>
          <a:endParaRPr lang="en-IN"/>
        </a:p>
      </dgm:t>
    </dgm:pt>
    <dgm:pt modelId="{7D58EDB4-B5D3-4CA8-8D6E-0895CECEC524}">
      <dgm:prSet/>
      <dgm:spPr/>
      <dgm:t>
        <a:bodyPr/>
        <a:lstStyle/>
        <a:p>
          <a:endParaRPr lang="en-IN"/>
        </a:p>
      </dgm:t>
    </dgm:pt>
    <dgm:pt modelId="{E53A7E9E-5460-4ACC-B414-0F9D3B67F828}" type="parTrans" cxnId="{FB8D682D-FB20-49D8-A3BD-457DB162E5AA}">
      <dgm:prSet/>
      <dgm:spPr/>
      <dgm:t>
        <a:bodyPr/>
        <a:lstStyle/>
        <a:p>
          <a:endParaRPr lang="en-IN"/>
        </a:p>
      </dgm:t>
    </dgm:pt>
    <dgm:pt modelId="{904D598E-DAB5-4E7A-8424-4AA39A066BEC}" type="sibTrans" cxnId="{FB8D682D-FB20-49D8-A3BD-457DB162E5AA}">
      <dgm:prSet/>
      <dgm:spPr/>
      <dgm:t>
        <a:bodyPr/>
        <a:lstStyle/>
        <a:p>
          <a:endParaRPr lang="en-IN"/>
        </a:p>
      </dgm:t>
    </dgm:pt>
    <dgm:pt modelId="{AB52D845-D23A-4BC0-BC7D-2372EF0007EB}">
      <dgm:prSet/>
      <dgm:spPr/>
      <dgm:t>
        <a:bodyPr/>
        <a:lstStyle/>
        <a:p>
          <a:endParaRPr lang="en-IN"/>
        </a:p>
      </dgm:t>
    </dgm:pt>
    <dgm:pt modelId="{0D7EFF0F-1508-4348-90A0-18D0D5FC56A1}" type="parTrans" cxnId="{B938D315-0E68-42C0-9E26-36C0FC3AF575}">
      <dgm:prSet/>
      <dgm:spPr/>
      <dgm:t>
        <a:bodyPr/>
        <a:lstStyle/>
        <a:p>
          <a:endParaRPr lang="en-IN"/>
        </a:p>
      </dgm:t>
    </dgm:pt>
    <dgm:pt modelId="{99FB2F43-34E6-43DC-BC94-0057F5211F09}" type="sibTrans" cxnId="{B938D315-0E68-42C0-9E26-36C0FC3AF575}">
      <dgm:prSet/>
      <dgm:spPr/>
      <dgm:t>
        <a:bodyPr/>
        <a:lstStyle/>
        <a:p>
          <a:endParaRPr lang="en-IN"/>
        </a:p>
      </dgm:t>
    </dgm:pt>
    <dgm:pt modelId="{DA9746A8-397D-4B28-BEFF-6BEA03C4D139}">
      <dgm:prSet/>
      <dgm:spPr/>
      <dgm:t>
        <a:bodyPr/>
        <a:lstStyle/>
        <a:p>
          <a:endParaRPr lang="en-IN"/>
        </a:p>
      </dgm:t>
    </dgm:pt>
    <dgm:pt modelId="{397F177D-9A37-4F05-B7A4-D78BB7A33FFA}" type="parTrans" cxnId="{ECB3495E-0B0A-4ABC-8125-A14686D8DA96}">
      <dgm:prSet/>
      <dgm:spPr/>
      <dgm:t>
        <a:bodyPr/>
        <a:lstStyle/>
        <a:p>
          <a:endParaRPr lang="en-IN"/>
        </a:p>
      </dgm:t>
    </dgm:pt>
    <dgm:pt modelId="{616F1304-480E-4AEE-9EFB-4D2A5FDD8FF7}" type="sibTrans" cxnId="{ECB3495E-0B0A-4ABC-8125-A14686D8DA96}">
      <dgm:prSet/>
      <dgm:spPr/>
      <dgm:t>
        <a:bodyPr/>
        <a:lstStyle/>
        <a:p>
          <a:endParaRPr lang="en-IN"/>
        </a:p>
      </dgm:t>
    </dgm:pt>
    <dgm:pt modelId="{DBC2B8A4-1C22-4D03-94B7-3F4FEFFBCC02}">
      <dgm:prSet/>
      <dgm:spPr/>
      <dgm:t>
        <a:bodyPr/>
        <a:lstStyle/>
        <a:p>
          <a:endParaRPr lang="en-IN"/>
        </a:p>
      </dgm:t>
    </dgm:pt>
    <dgm:pt modelId="{9E474C7B-C7DB-492F-906C-CEB66914BADC}" type="parTrans" cxnId="{4A73CFB4-3CD5-4832-99B8-52A256FC1EE0}">
      <dgm:prSet/>
      <dgm:spPr/>
      <dgm:t>
        <a:bodyPr/>
        <a:lstStyle/>
        <a:p>
          <a:endParaRPr lang="en-IN"/>
        </a:p>
      </dgm:t>
    </dgm:pt>
    <dgm:pt modelId="{A3D1E468-B06E-489A-AD29-0ABA123D596E}" type="sibTrans" cxnId="{4A73CFB4-3CD5-4832-99B8-52A256FC1EE0}">
      <dgm:prSet/>
      <dgm:spPr/>
      <dgm:t>
        <a:bodyPr/>
        <a:lstStyle/>
        <a:p>
          <a:endParaRPr lang="en-IN"/>
        </a:p>
      </dgm:t>
    </dgm:pt>
    <dgm:pt modelId="{BC719729-0678-4D40-B4BB-26883595DC7E}">
      <dgm:prSet/>
      <dgm:spPr/>
      <dgm:t>
        <a:bodyPr/>
        <a:lstStyle/>
        <a:p>
          <a:endParaRPr lang="en-IN"/>
        </a:p>
      </dgm:t>
    </dgm:pt>
    <dgm:pt modelId="{E1022FA5-4D2C-47F5-AE32-C2441F4B437B}" type="parTrans" cxnId="{F5CF39C4-2F1A-4BA9-BCBB-C23E4048416E}">
      <dgm:prSet/>
      <dgm:spPr/>
      <dgm:t>
        <a:bodyPr/>
        <a:lstStyle/>
        <a:p>
          <a:endParaRPr lang="en-IN"/>
        </a:p>
      </dgm:t>
    </dgm:pt>
    <dgm:pt modelId="{3E02AA29-C04E-4688-99D4-19317441E6C6}" type="sibTrans" cxnId="{F5CF39C4-2F1A-4BA9-BCBB-C23E4048416E}">
      <dgm:prSet/>
      <dgm:spPr/>
      <dgm:t>
        <a:bodyPr/>
        <a:lstStyle/>
        <a:p>
          <a:endParaRPr lang="en-IN"/>
        </a:p>
      </dgm:t>
    </dgm:pt>
    <dgm:pt modelId="{DD422112-CC7D-437C-9A5E-E4EB96C6A0B8}">
      <dgm:prSet/>
      <dgm:spPr/>
      <dgm:t>
        <a:bodyPr/>
        <a:lstStyle/>
        <a:p>
          <a:endParaRPr lang="en-IN"/>
        </a:p>
      </dgm:t>
    </dgm:pt>
    <dgm:pt modelId="{FE125CC0-FE18-4296-8B6A-9B7B894BABE0}" type="parTrans" cxnId="{3E6F5614-7B8F-4167-BFE8-652E0239C603}">
      <dgm:prSet/>
      <dgm:spPr/>
      <dgm:t>
        <a:bodyPr/>
        <a:lstStyle/>
        <a:p>
          <a:endParaRPr lang="en-IN"/>
        </a:p>
      </dgm:t>
    </dgm:pt>
    <dgm:pt modelId="{33CEB163-3D4C-4211-95AF-510310ADD340}" type="sibTrans" cxnId="{3E6F5614-7B8F-4167-BFE8-652E0239C603}">
      <dgm:prSet/>
      <dgm:spPr/>
      <dgm:t>
        <a:bodyPr/>
        <a:lstStyle/>
        <a:p>
          <a:endParaRPr lang="en-IN"/>
        </a:p>
      </dgm:t>
    </dgm:pt>
    <dgm:pt modelId="{499A0BCB-6394-4A0E-AF0D-EF2F26C4C678}">
      <dgm:prSet/>
      <dgm:spPr/>
      <dgm:t>
        <a:bodyPr/>
        <a:lstStyle/>
        <a:p>
          <a:endParaRPr lang="en-IN"/>
        </a:p>
      </dgm:t>
    </dgm:pt>
    <dgm:pt modelId="{139C55BA-E399-4D88-A90A-30A62C7DB909}" type="parTrans" cxnId="{CDECDF26-D576-479C-B091-3B14BD0A7885}">
      <dgm:prSet/>
      <dgm:spPr/>
      <dgm:t>
        <a:bodyPr/>
        <a:lstStyle/>
        <a:p>
          <a:endParaRPr lang="en-IN"/>
        </a:p>
      </dgm:t>
    </dgm:pt>
    <dgm:pt modelId="{8DC3D022-AE7D-4352-8240-54580ADFE9B1}" type="sibTrans" cxnId="{CDECDF26-D576-479C-B091-3B14BD0A7885}">
      <dgm:prSet/>
      <dgm:spPr/>
      <dgm:t>
        <a:bodyPr/>
        <a:lstStyle/>
        <a:p>
          <a:endParaRPr lang="en-IN"/>
        </a:p>
      </dgm:t>
    </dgm:pt>
    <dgm:pt modelId="{B443D1D9-D2C7-4A70-AC5D-CA6BEEF18E1B}">
      <dgm:prSet/>
      <dgm:spPr/>
      <dgm:t>
        <a:bodyPr/>
        <a:lstStyle/>
        <a:p>
          <a:endParaRPr lang="en-IN"/>
        </a:p>
      </dgm:t>
    </dgm:pt>
    <dgm:pt modelId="{981FDEFC-1D0B-40E4-809B-01DF18FF70A3}" type="parTrans" cxnId="{DEB528DF-50B5-4984-803C-AFAD99110D44}">
      <dgm:prSet/>
      <dgm:spPr/>
      <dgm:t>
        <a:bodyPr/>
        <a:lstStyle/>
        <a:p>
          <a:endParaRPr lang="en-IN"/>
        </a:p>
      </dgm:t>
    </dgm:pt>
    <dgm:pt modelId="{DDC0AA26-CB08-4AB6-BCF3-6A21ACF0CE1E}" type="sibTrans" cxnId="{DEB528DF-50B5-4984-803C-AFAD99110D44}">
      <dgm:prSet/>
      <dgm:spPr/>
      <dgm:t>
        <a:bodyPr/>
        <a:lstStyle/>
        <a:p>
          <a:endParaRPr lang="en-IN"/>
        </a:p>
      </dgm:t>
    </dgm:pt>
    <dgm:pt modelId="{5E2AECE6-47D2-4889-B685-9BA553DB4F49}">
      <dgm:prSet/>
      <dgm:spPr/>
      <dgm:t>
        <a:bodyPr/>
        <a:lstStyle/>
        <a:p>
          <a:endParaRPr lang="en-IN"/>
        </a:p>
      </dgm:t>
    </dgm:pt>
    <dgm:pt modelId="{4D1F08C1-1B9B-4A66-A478-9C8CB74C19CF}" type="parTrans" cxnId="{F71372B2-5128-48D5-A05E-2F1C9674F4C8}">
      <dgm:prSet/>
      <dgm:spPr/>
      <dgm:t>
        <a:bodyPr/>
        <a:lstStyle/>
        <a:p>
          <a:endParaRPr lang="en-IN"/>
        </a:p>
      </dgm:t>
    </dgm:pt>
    <dgm:pt modelId="{AB2CA4A2-B908-43C6-A968-281D306C3E35}" type="sibTrans" cxnId="{F71372B2-5128-48D5-A05E-2F1C9674F4C8}">
      <dgm:prSet/>
      <dgm:spPr/>
      <dgm:t>
        <a:bodyPr/>
        <a:lstStyle/>
        <a:p>
          <a:endParaRPr lang="en-IN"/>
        </a:p>
      </dgm:t>
    </dgm:pt>
    <dgm:pt modelId="{AEDBE933-BC58-4F06-8BFA-3F80A37ED928}">
      <dgm:prSet/>
      <dgm:spPr/>
      <dgm:t>
        <a:bodyPr/>
        <a:lstStyle/>
        <a:p>
          <a:endParaRPr lang="en-IN"/>
        </a:p>
      </dgm:t>
    </dgm:pt>
    <dgm:pt modelId="{C736F64A-4CFB-4A71-BADC-B67B144BA86F}" type="parTrans" cxnId="{B331D9C6-B982-4C1B-8EF6-79E9694386BB}">
      <dgm:prSet/>
      <dgm:spPr/>
      <dgm:t>
        <a:bodyPr/>
        <a:lstStyle/>
        <a:p>
          <a:endParaRPr lang="en-IN"/>
        </a:p>
      </dgm:t>
    </dgm:pt>
    <dgm:pt modelId="{28DA450E-1C04-40B8-B115-A33F747443A7}" type="sibTrans" cxnId="{B331D9C6-B982-4C1B-8EF6-79E9694386BB}">
      <dgm:prSet/>
      <dgm:spPr/>
      <dgm:t>
        <a:bodyPr/>
        <a:lstStyle/>
        <a:p>
          <a:endParaRPr lang="en-IN"/>
        </a:p>
      </dgm:t>
    </dgm:pt>
    <dgm:pt modelId="{F51C2D39-FC5F-4A28-A480-E213FEEAB3BB}">
      <dgm:prSet/>
      <dgm:spPr/>
      <dgm:t>
        <a:bodyPr/>
        <a:lstStyle/>
        <a:p>
          <a:endParaRPr lang="en-IN"/>
        </a:p>
      </dgm:t>
    </dgm:pt>
    <dgm:pt modelId="{9B72CA57-1E84-44ED-B3B8-F23382A7D245}" type="parTrans" cxnId="{CD384368-F5B5-4113-AB7C-88E65DB21240}">
      <dgm:prSet/>
      <dgm:spPr/>
      <dgm:t>
        <a:bodyPr/>
        <a:lstStyle/>
        <a:p>
          <a:endParaRPr lang="en-IN"/>
        </a:p>
      </dgm:t>
    </dgm:pt>
    <dgm:pt modelId="{C1F9CFF0-8206-41FA-A2D4-3EF77CD20E73}" type="sibTrans" cxnId="{CD384368-F5B5-4113-AB7C-88E65DB21240}">
      <dgm:prSet/>
      <dgm:spPr/>
      <dgm:t>
        <a:bodyPr/>
        <a:lstStyle/>
        <a:p>
          <a:endParaRPr lang="en-IN"/>
        </a:p>
      </dgm:t>
    </dgm:pt>
    <dgm:pt modelId="{01390D98-8CBF-4073-8B9A-06C5E2674AB9}">
      <dgm:prSet/>
      <dgm:spPr/>
      <dgm:t>
        <a:bodyPr/>
        <a:lstStyle/>
        <a:p>
          <a:endParaRPr lang="en-IN"/>
        </a:p>
      </dgm:t>
    </dgm:pt>
    <dgm:pt modelId="{97A8B501-9411-4EFD-A490-B02BFD8E4837}" type="parTrans" cxnId="{658F0624-37D1-461E-89F5-A814EE5BF606}">
      <dgm:prSet/>
      <dgm:spPr/>
      <dgm:t>
        <a:bodyPr/>
        <a:lstStyle/>
        <a:p>
          <a:endParaRPr lang="en-IN"/>
        </a:p>
      </dgm:t>
    </dgm:pt>
    <dgm:pt modelId="{80D73C5E-688F-48F9-97DF-D6209CEB754F}" type="sibTrans" cxnId="{658F0624-37D1-461E-89F5-A814EE5BF606}">
      <dgm:prSet/>
      <dgm:spPr/>
      <dgm:t>
        <a:bodyPr/>
        <a:lstStyle/>
        <a:p>
          <a:endParaRPr lang="en-IN"/>
        </a:p>
      </dgm:t>
    </dgm:pt>
    <dgm:pt modelId="{7309A3B4-24B0-4084-9F6C-D953C66BDB1C}" type="pres">
      <dgm:prSet presAssocID="{52BC3209-816B-4749-B3FC-4C359C5B65E9}" presName="matrix" presStyleCnt="0">
        <dgm:presLayoutVars>
          <dgm:chMax val="1"/>
          <dgm:dir/>
          <dgm:resizeHandles val="exact"/>
        </dgm:presLayoutVars>
      </dgm:prSet>
      <dgm:spPr/>
    </dgm:pt>
    <dgm:pt modelId="{FDB10031-A94A-46D4-8E09-34286BA82D27}" type="pres">
      <dgm:prSet presAssocID="{52BC3209-816B-4749-B3FC-4C359C5B65E9}" presName="diamond" presStyleLbl="bgShp" presStyleIdx="0" presStyleCnt="1" custScaleX="112531" custLinFactNeighborX="-736" custLinFactNeighborY="-10269"/>
      <dgm:spPr/>
    </dgm:pt>
    <dgm:pt modelId="{6D86414A-6F50-4129-8E6A-7D6C488CD23D}" type="pres">
      <dgm:prSet presAssocID="{52BC3209-816B-4749-B3FC-4C359C5B65E9}" presName="quad1" presStyleLbl="node1" presStyleIdx="0" presStyleCnt="4">
        <dgm:presLayoutVars>
          <dgm:chMax val="0"/>
          <dgm:chPref val="0"/>
          <dgm:bulletEnabled val="1"/>
        </dgm:presLayoutVars>
      </dgm:prSet>
      <dgm:spPr/>
    </dgm:pt>
    <dgm:pt modelId="{910EFDF9-FA0B-41CD-AEEB-E58D6B82A365}" type="pres">
      <dgm:prSet presAssocID="{52BC3209-816B-4749-B3FC-4C359C5B65E9}" presName="quad2" presStyleLbl="node1" presStyleIdx="1" presStyleCnt="4" custScaleX="116087" custScaleY="106588" custLinFactNeighborX="1473" custLinFactNeighborY="552">
        <dgm:presLayoutVars>
          <dgm:chMax val="0"/>
          <dgm:chPref val="0"/>
          <dgm:bulletEnabled val="1"/>
        </dgm:presLayoutVars>
      </dgm:prSet>
      <dgm:spPr>
        <a:prstGeom prst="flowChartConnector">
          <a:avLst/>
        </a:prstGeom>
      </dgm:spPr>
    </dgm:pt>
    <dgm:pt modelId="{DB110BC9-D3D4-415C-A502-00CBE32CAEB0}" type="pres">
      <dgm:prSet presAssocID="{52BC3209-816B-4749-B3FC-4C359C5B65E9}" presName="quad3" presStyleLbl="node1" presStyleIdx="2" presStyleCnt="4" custScaleX="117900" custScaleY="111321" custLinFactNeighborX="-2868" custLinFactNeighborY="-666">
        <dgm:presLayoutVars>
          <dgm:chMax val="0"/>
          <dgm:chPref val="0"/>
          <dgm:bulletEnabled val="1"/>
        </dgm:presLayoutVars>
      </dgm:prSet>
      <dgm:spPr>
        <a:prstGeom prst="flowChartConnector">
          <a:avLst/>
        </a:prstGeom>
      </dgm:spPr>
    </dgm:pt>
    <dgm:pt modelId="{E5AE890C-D081-401E-9E08-5DCDB74BA8A3}" type="pres">
      <dgm:prSet presAssocID="{52BC3209-816B-4749-B3FC-4C359C5B65E9}" presName="quad4" presStyleLbl="node1" presStyleIdx="3" presStyleCnt="4" custScaleX="121672" custScaleY="115229" custLinFactNeighborX="9226" custLinFactNeighborY="6249">
        <dgm:presLayoutVars>
          <dgm:chMax val="0"/>
          <dgm:chPref val="0"/>
          <dgm:bulletEnabled val="1"/>
        </dgm:presLayoutVars>
      </dgm:prSet>
      <dgm:spPr>
        <a:prstGeom prst="flowChartConnector">
          <a:avLst/>
        </a:prstGeom>
      </dgm:spPr>
    </dgm:pt>
  </dgm:ptLst>
  <dgm:cxnLst>
    <dgm:cxn modelId="{3E6F5614-7B8F-4167-BFE8-652E0239C603}" srcId="{52BC3209-816B-4749-B3FC-4C359C5B65E9}" destId="{DD422112-CC7D-437C-9A5E-E4EB96C6A0B8}" srcOrd="5" destOrd="0" parTransId="{FE125CC0-FE18-4296-8B6A-9B7B894BABE0}" sibTransId="{33CEB163-3D4C-4211-95AF-510310ADD340}"/>
    <dgm:cxn modelId="{F781BE15-DB6F-4EF2-B248-7F6D4BE48709}" srcId="{52BC3209-816B-4749-B3FC-4C359C5B65E9}" destId="{6BCB2CCF-3F35-4127-BC82-97C15F5CC823}" srcOrd="2" destOrd="0" parTransId="{123F4477-269F-46C1-989F-26EDDC1331AE}" sibTransId="{A2A1252F-C11A-46F2-8042-24403180146D}"/>
    <dgm:cxn modelId="{B938D315-0E68-42C0-9E26-36C0FC3AF575}" srcId="{7D58EDB4-B5D3-4CA8-8D6E-0895CECEC524}" destId="{AB52D845-D23A-4BC0-BC7D-2372EF0007EB}" srcOrd="0" destOrd="0" parTransId="{0D7EFF0F-1508-4348-90A0-18D0D5FC56A1}" sibTransId="{99FB2F43-34E6-43DC-BC94-0057F5211F09}"/>
    <dgm:cxn modelId="{2D3A2F1D-3F87-49CF-A994-5E686A4A14BB}" type="presOf" srcId="{6BCB2CCF-3F35-4127-BC82-97C15F5CC823}" destId="{DB110BC9-D3D4-415C-A502-00CBE32CAEB0}" srcOrd="0" destOrd="0" presId="urn:microsoft.com/office/officeart/2005/8/layout/matrix3"/>
    <dgm:cxn modelId="{658F0624-37D1-461E-89F5-A814EE5BF606}" srcId="{DD422112-CC7D-437C-9A5E-E4EB96C6A0B8}" destId="{01390D98-8CBF-4073-8B9A-06C5E2674AB9}" srcOrd="5" destOrd="0" parTransId="{97A8B501-9411-4EFD-A490-B02BFD8E4837}" sibTransId="{80D73C5E-688F-48F9-97DF-D6209CEB754F}"/>
    <dgm:cxn modelId="{CDECDF26-D576-479C-B091-3B14BD0A7885}" srcId="{DD422112-CC7D-437C-9A5E-E4EB96C6A0B8}" destId="{499A0BCB-6394-4A0E-AF0D-EF2F26C4C678}" srcOrd="0" destOrd="0" parTransId="{139C55BA-E399-4D88-A90A-30A62C7DB909}" sibTransId="{8DC3D022-AE7D-4352-8240-54580ADFE9B1}"/>
    <dgm:cxn modelId="{FB8D682D-FB20-49D8-A3BD-457DB162E5AA}" srcId="{52BC3209-816B-4749-B3FC-4C359C5B65E9}" destId="{7D58EDB4-B5D3-4CA8-8D6E-0895CECEC524}" srcOrd="4" destOrd="0" parTransId="{E53A7E9E-5460-4ACC-B414-0F9D3B67F828}" sibTransId="{904D598E-DAB5-4E7A-8424-4AA39A066BEC}"/>
    <dgm:cxn modelId="{9809EE2E-A2D7-4BFF-88FE-5A377F32BB51}" srcId="{52BC3209-816B-4749-B3FC-4C359C5B65E9}" destId="{82C5ADAE-F449-41C8-A2A9-E171A4BC6638}" srcOrd="0" destOrd="0" parTransId="{894A8280-9344-4917-8D21-1D4E94334A27}" sibTransId="{15EE64DE-ADF6-470F-BC41-E908EF4479D5}"/>
    <dgm:cxn modelId="{ECB3495E-0B0A-4ABC-8125-A14686D8DA96}" srcId="{7D58EDB4-B5D3-4CA8-8D6E-0895CECEC524}" destId="{DA9746A8-397D-4B28-BEFF-6BEA03C4D139}" srcOrd="1" destOrd="0" parTransId="{397F177D-9A37-4F05-B7A4-D78BB7A33FFA}" sibTransId="{616F1304-480E-4AEE-9EFB-4D2A5FDD8FF7}"/>
    <dgm:cxn modelId="{7BDEA461-E621-4456-80D7-697CBCDAB55C}" type="presOf" srcId="{52BC3209-816B-4749-B3FC-4C359C5B65E9}" destId="{7309A3B4-24B0-4084-9F6C-D953C66BDB1C}" srcOrd="0" destOrd="0" presId="urn:microsoft.com/office/officeart/2005/8/layout/matrix3"/>
    <dgm:cxn modelId="{CD384368-F5B5-4113-AB7C-88E65DB21240}" srcId="{DD422112-CC7D-437C-9A5E-E4EB96C6A0B8}" destId="{F51C2D39-FC5F-4A28-A480-E213FEEAB3BB}" srcOrd="4" destOrd="0" parTransId="{9B72CA57-1E84-44ED-B3B8-F23382A7D245}" sibTransId="{C1F9CFF0-8206-41FA-A2D4-3EF77CD20E73}"/>
    <dgm:cxn modelId="{275E3AA9-A015-4041-B4C0-F41D271A87F2}" type="presOf" srcId="{82C5ADAE-F449-41C8-A2A9-E171A4BC6638}" destId="{6D86414A-6F50-4129-8E6A-7D6C488CD23D}" srcOrd="0" destOrd="0" presId="urn:microsoft.com/office/officeart/2005/8/layout/matrix3"/>
    <dgm:cxn modelId="{F71372B2-5128-48D5-A05E-2F1C9674F4C8}" srcId="{DD422112-CC7D-437C-9A5E-E4EB96C6A0B8}" destId="{5E2AECE6-47D2-4889-B685-9BA553DB4F49}" srcOrd="2" destOrd="0" parTransId="{4D1F08C1-1B9B-4A66-A478-9C8CB74C19CF}" sibTransId="{AB2CA4A2-B908-43C6-A968-281D306C3E35}"/>
    <dgm:cxn modelId="{4A73CFB4-3CD5-4832-99B8-52A256FC1EE0}" srcId="{7D58EDB4-B5D3-4CA8-8D6E-0895CECEC524}" destId="{DBC2B8A4-1C22-4D03-94B7-3F4FEFFBCC02}" srcOrd="2" destOrd="0" parTransId="{9E474C7B-C7DB-492F-906C-CEB66914BADC}" sibTransId="{A3D1E468-B06E-489A-AD29-0ABA123D596E}"/>
    <dgm:cxn modelId="{55D7DEB4-F767-47E7-9224-596EAE67FEEF}" srcId="{52BC3209-816B-4749-B3FC-4C359C5B65E9}" destId="{0E12194B-7276-4FBD-835A-8675766F42DB}" srcOrd="3" destOrd="0" parTransId="{27DFB7BD-FF08-4A1C-9858-9A990E3CD617}" sibTransId="{F4F4F64A-0B19-45CC-B74B-593619CF52B5}"/>
    <dgm:cxn modelId="{F5CF39C4-2F1A-4BA9-BCBB-C23E4048416E}" srcId="{7D58EDB4-B5D3-4CA8-8D6E-0895CECEC524}" destId="{BC719729-0678-4D40-B4BB-26883595DC7E}" srcOrd="3" destOrd="0" parTransId="{E1022FA5-4D2C-47F5-AE32-C2441F4B437B}" sibTransId="{3E02AA29-C04E-4688-99D4-19317441E6C6}"/>
    <dgm:cxn modelId="{B331D9C6-B982-4C1B-8EF6-79E9694386BB}" srcId="{DD422112-CC7D-437C-9A5E-E4EB96C6A0B8}" destId="{AEDBE933-BC58-4F06-8BFA-3F80A37ED928}" srcOrd="3" destOrd="0" parTransId="{C736F64A-4CFB-4A71-BADC-B67B144BA86F}" sibTransId="{28DA450E-1C04-40B8-B115-A33F747443A7}"/>
    <dgm:cxn modelId="{DD6475D2-6467-4B38-A251-8B47B5B1A427}" srcId="{52BC3209-816B-4749-B3FC-4C359C5B65E9}" destId="{AEB3BE17-FCB0-4D02-A2B1-4D06FA1B5061}" srcOrd="1" destOrd="0" parTransId="{296C453D-64CC-4C64-87FB-D3FCA178804F}" sibTransId="{63D362C7-1A4F-4D1D-8FC2-E7B745A1DEBC}"/>
    <dgm:cxn modelId="{56167DDE-45BA-4458-9D0C-F5E883A63054}" type="presOf" srcId="{0E12194B-7276-4FBD-835A-8675766F42DB}" destId="{E5AE890C-D081-401E-9E08-5DCDB74BA8A3}" srcOrd="0" destOrd="0" presId="urn:microsoft.com/office/officeart/2005/8/layout/matrix3"/>
    <dgm:cxn modelId="{DEB528DF-50B5-4984-803C-AFAD99110D44}" srcId="{DD422112-CC7D-437C-9A5E-E4EB96C6A0B8}" destId="{B443D1D9-D2C7-4A70-AC5D-CA6BEEF18E1B}" srcOrd="1" destOrd="0" parTransId="{981FDEFC-1D0B-40E4-809B-01DF18FF70A3}" sibTransId="{DDC0AA26-CB08-4AB6-BCF3-6A21ACF0CE1E}"/>
    <dgm:cxn modelId="{6FCA74F5-64FD-4ECF-BFAE-160966DDA092}" type="presOf" srcId="{AEB3BE17-FCB0-4D02-A2B1-4D06FA1B5061}" destId="{910EFDF9-FA0B-41CD-AEEB-E58D6B82A365}" srcOrd="0" destOrd="0" presId="urn:microsoft.com/office/officeart/2005/8/layout/matrix3"/>
    <dgm:cxn modelId="{359B42DE-E24F-40AF-9241-07679FAA7E8C}" type="presParOf" srcId="{7309A3B4-24B0-4084-9F6C-D953C66BDB1C}" destId="{FDB10031-A94A-46D4-8E09-34286BA82D27}" srcOrd="0" destOrd="0" presId="urn:microsoft.com/office/officeart/2005/8/layout/matrix3"/>
    <dgm:cxn modelId="{33EDCEEE-9970-49F9-B045-D9CEF1B5C9A4}" type="presParOf" srcId="{7309A3B4-24B0-4084-9F6C-D953C66BDB1C}" destId="{6D86414A-6F50-4129-8E6A-7D6C488CD23D}" srcOrd="1" destOrd="0" presId="urn:microsoft.com/office/officeart/2005/8/layout/matrix3"/>
    <dgm:cxn modelId="{EE7CB06B-50BF-4053-AB78-10E8C2A8F18A}" type="presParOf" srcId="{7309A3B4-24B0-4084-9F6C-D953C66BDB1C}" destId="{910EFDF9-FA0B-41CD-AEEB-E58D6B82A365}" srcOrd="2" destOrd="0" presId="urn:microsoft.com/office/officeart/2005/8/layout/matrix3"/>
    <dgm:cxn modelId="{289576D4-D005-45C2-94E0-12117318BB87}" type="presParOf" srcId="{7309A3B4-24B0-4084-9F6C-D953C66BDB1C}" destId="{DB110BC9-D3D4-415C-A502-00CBE32CAEB0}" srcOrd="3" destOrd="0" presId="urn:microsoft.com/office/officeart/2005/8/layout/matrix3"/>
    <dgm:cxn modelId="{3DEABA65-753A-45C4-84C1-008F20A875E0}" type="presParOf" srcId="{7309A3B4-24B0-4084-9F6C-D953C66BDB1C}" destId="{E5AE890C-D081-401E-9E08-5DCDB74BA8A3}"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C0E8E3A-22CB-4882-9E6D-11FF8B025F43}" type="doc">
      <dgm:prSet loTypeId="urn:microsoft.com/office/officeart/2005/8/layout/venn1" loCatId="relationship" qsTypeId="urn:microsoft.com/office/officeart/2005/8/quickstyle/simple1" qsCatId="simple" csTypeId="urn:microsoft.com/office/officeart/2005/8/colors/colorful2" csCatId="colorful" phldr="1"/>
      <dgm:spPr/>
      <dgm:t>
        <a:bodyPr/>
        <a:lstStyle/>
        <a:p>
          <a:endParaRPr lang="en-IN"/>
        </a:p>
      </dgm:t>
    </dgm:pt>
    <dgm:pt modelId="{0013FD9E-A61A-4AFB-A9F5-2530818890D1}">
      <dgm:prSet custT="1"/>
      <dgm:spPr/>
      <dgm:t>
        <a:bodyPr/>
        <a:lstStyle/>
        <a:p>
          <a:r>
            <a:rPr lang="en-US" sz="1400" b="1" dirty="0"/>
            <a:t>Three-Layer Architectu</a:t>
          </a:r>
          <a:r>
            <a:rPr lang="en-US" sz="1000" b="1" dirty="0"/>
            <a:t>re</a:t>
          </a:r>
          <a:endParaRPr lang="en-IN" sz="1000" dirty="0"/>
        </a:p>
      </dgm:t>
    </dgm:pt>
    <dgm:pt modelId="{D9344CD4-8B99-415E-BCF5-8C5F19F30A5B}" type="parTrans" cxnId="{898FFC07-774C-4A5B-A738-794CAC896B64}">
      <dgm:prSet/>
      <dgm:spPr/>
      <dgm:t>
        <a:bodyPr/>
        <a:lstStyle/>
        <a:p>
          <a:endParaRPr lang="en-IN"/>
        </a:p>
      </dgm:t>
    </dgm:pt>
    <dgm:pt modelId="{A9623C70-CDEE-44BD-B7BA-7A8A83CAE971}" type="sibTrans" cxnId="{898FFC07-774C-4A5B-A738-794CAC896B64}">
      <dgm:prSet/>
      <dgm:spPr/>
      <dgm:t>
        <a:bodyPr/>
        <a:lstStyle/>
        <a:p>
          <a:endParaRPr lang="en-IN"/>
        </a:p>
      </dgm:t>
    </dgm:pt>
    <dgm:pt modelId="{9BF0B461-1653-438A-85CC-C50B44CC3728}">
      <dgm:prSet custT="1"/>
      <dgm:spPr/>
      <dgm:t>
        <a:bodyPr/>
        <a:lstStyle/>
        <a:p>
          <a:r>
            <a:rPr lang="en-US" sz="1400" dirty="0"/>
            <a:t>Sensing and </a:t>
          </a:r>
          <a:r>
            <a:rPr lang="en-US" sz="1400" dirty="0" err="1"/>
            <a:t>Actuatig</a:t>
          </a:r>
          <a:r>
            <a:rPr lang="en-US" sz="1400" dirty="0"/>
            <a:t> Layer</a:t>
          </a:r>
          <a:endParaRPr lang="en-IN" sz="1400" dirty="0"/>
        </a:p>
      </dgm:t>
    </dgm:pt>
    <dgm:pt modelId="{80591806-BCD1-4059-A417-606561FC91EB}" type="parTrans" cxnId="{E4A646BF-226B-4880-95A2-C56248CF4A61}">
      <dgm:prSet/>
      <dgm:spPr/>
      <dgm:t>
        <a:bodyPr/>
        <a:lstStyle/>
        <a:p>
          <a:endParaRPr lang="en-IN"/>
        </a:p>
      </dgm:t>
    </dgm:pt>
    <dgm:pt modelId="{B64EBF69-D1BB-4DD3-AE71-647B87EB84CD}" type="sibTrans" cxnId="{E4A646BF-226B-4880-95A2-C56248CF4A61}">
      <dgm:prSet/>
      <dgm:spPr/>
      <dgm:t>
        <a:bodyPr/>
        <a:lstStyle/>
        <a:p>
          <a:endParaRPr lang="en-IN"/>
        </a:p>
      </dgm:t>
    </dgm:pt>
    <dgm:pt modelId="{F3707C07-454B-4654-9814-1C6291AACFC0}">
      <dgm:prSet custT="1"/>
      <dgm:spPr/>
      <dgm:t>
        <a:bodyPr/>
        <a:lstStyle/>
        <a:p>
          <a:r>
            <a:rPr lang="en-US" sz="1600" dirty="0"/>
            <a:t>Network Layer</a:t>
          </a:r>
          <a:endParaRPr lang="en-IN" sz="1600" dirty="0"/>
        </a:p>
      </dgm:t>
    </dgm:pt>
    <dgm:pt modelId="{F40B37BC-E0EC-4C50-BAEB-73353DD502A8}" type="parTrans" cxnId="{F7D76F81-5A3F-40C4-A901-8246AC9DCA4A}">
      <dgm:prSet/>
      <dgm:spPr/>
      <dgm:t>
        <a:bodyPr/>
        <a:lstStyle/>
        <a:p>
          <a:endParaRPr lang="en-IN"/>
        </a:p>
      </dgm:t>
    </dgm:pt>
    <dgm:pt modelId="{B52824FD-6500-4E64-835C-994703CF4A9C}" type="sibTrans" cxnId="{F7D76F81-5A3F-40C4-A901-8246AC9DCA4A}">
      <dgm:prSet/>
      <dgm:spPr/>
      <dgm:t>
        <a:bodyPr/>
        <a:lstStyle/>
        <a:p>
          <a:endParaRPr lang="en-IN"/>
        </a:p>
      </dgm:t>
    </dgm:pt>
    <dgm:pt modelId="{076762A3-5878-4534-B546-2446D1AE69E2}">
      <dgm:prSet custT="1"/>
      <dgm:spPr/>
      <dgm:t>
        <a:bodyPr/>
        <a:lstStyle/>
        <a:p>
          <a:r>
            <a:rPr lang="en-US" sz="1400" dirty="0"/>
            <a:t>Applicai-on Layer</a:t>
          </a:r>
          <a:endParaRPr lang="en-IN" sz="1400" dirty="0"/>
        </a:p>
      </dgm:t>
    </dgm:pt>
    <dgm:pt modelId="{6E593CF1-EEAF-469A-9506-FACBCDE7B7F3}" type="parTrans" cxnId="{025A51EC-C785-4217-846D-385126B7ABB2}">
      <dgm:prSet/>
      <dgm:spPr/>
      <dgm:t>
        <a:bodyPr/>
        <a:lstStyle/>
        <a:p>
          <a:endParaRPr lang="en-IN"/>
        </a:p>
      </dgm:t>
    </dgm:pt>
    <dgm:pt modelId="{A0E891E4-23B3-48CC-B714-2081237997ED}" type="sibTrans" cxnId="{025A51EC-C785-4217-846D-385126B7ABB2}">
      <dgm:prSet/>
      <dgm:spPr/>
      <dgm:t>
        <a:bodyPr/>
        <a:lstStyle/>
        <a:p>
          <a:endParaRPr lang="en-IN"/>
        </a:p>
      </dgm:t>
    </dgm:pt>
    <dgm:pt modelId="{A89EE148-1167-4CE0-88D7-FBB7AF496BFA}" type="pres">
      <dgm:prSet presAssocID="{6C0E8E3A-22CB-4882-9E6D-11FF8B025F43}" presName="compositeShape" presStyleCnt="0">
        <dgm:presLayoutVars>
          <dgm:chMax val="7"/>
          <dgm:dir/>
          <dgm:resizeHandles val="exact"/>
        </dgm:presLayoutVars>
      </dgm:prSet>
      <dgm:spPr/>
    </dgm:pt>
    <dgm:pt modelId="{C9DA0483-59BE-4E38-8885-05901402C39B}" type="pres">
      <dgm:prSet presAssocID="{0013FD9E-A61A-4AFB-A9F5-2530818890D1}" presName="circ1" presStyleLbl="vennNode1" presStyleIdx="0" presStyleCnt="4"/>
      <dgm:spPr/>
    </dgm:pt>
    <dgm:pt modelId="{501BD451-1604-49ED-871D-A5E0F1F152E1}" type="pres">
      <dgm:prSet presAssocID="{0013FD9E-A61A-4AFB-A9F5-2530818890D1}" presName="circ1Tx" presStyleLbl="revTx" presStyleIdx="0" presStyleCnt="0">
        <dgm:presLayoutVars>
          <dgm:chMax val="0"/>
          <dgm:chPref val="0"/>
          <dgm:bulletEnabled val="1"/>
        </dgm:presLayoutVars>
      </dgm:prSet>
      <dgm:spPr/>
    </dgm:pt>
    <dgm:pt modelId="{6C99A680-2F2D-4B4A-AAB2-DE080E995EE3}" type="pres">
      <dgm:prSet presAssocID="{9BF0B461-1653-438A-85CC-C50B44CC3728}" presName="circ2" presStyleLbl="vennNode1" presStyleIdx="1" presStyleCnt="4" custLinFactNeighborX="1820" custLinFactNeighborY="15"/>
      <dgm:spPr/>
    </dgm:pt>
    <dgm:pt modelId="{6A1F1B1C-73F7-4F9A-88C7-646AEDBF7386}" type="pres">
      <dgm:prSet presAssocID="{9BF0B461-1653-438A-85CC-C50B44CC3728}" presName="circ2Tx" presStyleLbl="revTx" presStyleIdx="0" presStyleCnt="0">
        <dgm:presLayoutVars>
          <dgm:chMax val="0"/>
          <dgm:chPref val="0"/>
          <dgm:bulletEnabled val="1"/>
        </dgm:presLayoutVars>
      </dgm:prSet>
      <dgm:spPr/>
    </dgm:pt>
    <dgm:pt modelId="{08DDAD77-58BE-42F7-AE94-3D5A6CC906DF}" type="pres">
      <dgm:prSet presAssocID="{F3707C07-454B-4654-9814-1C6291AACFC0}" presName="circ3" presStyleLbl="vennNode1" presStyleIdx="2" presStyleCnt="4"/>
      <dgm:spPr/>
    </dgm:pt>
    <dgm:pt modelId="{C1CFC99E-DB01-4E83-AD31-1AB3FF82D02C}" type="pres">
      <dgm:prSet presAssocID="{F3707C07-454B-4654-9814-1C6291AACFC0}" presName="circ3Tx" presStyleLbl="revTx" presStyleIdx="0" presStyleCnt="0">
        <dgm:presLayoutVars>
          <dgm:chMax val="0"/>
          <dgm:chPref val="0"/>
          <dgm:bulletEnabled val="1"/>
        </dgm:presLayoutVars>
      </dgm:prSet>
      <dgm:spPr/>
    </dgm:pt>
    <dgm:pt modelId="{42497DCE-C63C-4410-9531-FCE0BD491C1A}" type="pres">
      <dgm:prSet presAssocID="{076762A3-5878-4534-B546-2446D1AE69E2}" presName="circ4" presStyleLbl="vennNode1" presStyleIdx="3" presStyleCnt="4"/>
      <dgm:spPr/>
    </dgm:pt>
    <dgm:pt modelId="{273B1CDA-E647-4236-B083-FF059D9C5418}" type="pres">
      <dgm:prSet presAssocID="{076762A3-5878-4534-B546-2446D1AE69E2}" presName="circ4Tx" presStyleLbl="revTx" presStyleIdx="0" presStyleCnt="0">
        <dgm:presLayoutVars>
          <dgm:chMax val="0"/>
          <dgm:chPref val="0"/>
          <dgm:bulletEnabled val="1"/>
        </dgm:presLayoutVars>
      </dgm:prSet>
      <dgm:spPr/>
    </dgm:pt>
  </dgm:ptLst>
  <dgm:cxnLst>
    <dgm:cxn modelId="{898FFC07-774C-4A5B-A738-794CAC896B64}" srcId="{6C0E8E3A-22CB-4882-9E6D-11FF8B025F43}" destId="{0013FD9E-A61A-4AFB-A9F5-2530818890D1}" srcOrd="0" destOrd="0" parTransId="{D9344CD4-8B99-415E-BCF5-8C5F19F30A5B}" sibTransId="{A9623C70-CDEE-44BD-B7BA-7A8A83CAE971}"/>
    <dgm:cxn modelId="{D0472817-FE88-4760-A56E-FAEB6FBF9017}" type="presOf" srcId="{6C0E8E3A-22CB-4882-9E6D-11FF8B025F43}" destId="{A89EE148-1167-4CE0-88D7-FBB7AF496BFA}" srcOrd="0" destOrd="0" presId="urn:microsoft.com/office/officeart/2005/8/layout/venn1"/>
    <dgm:cxn modelId="{3C40A630-D373-4036-8337-E147C18707E6}" type="presOf" srcId="{F3707C07-454B-4654-9814-1C6291AACFC0}" destId="{08DDAD77-58BE-42F7-AE94-3D5A6CC906DF}" srcOrd="0" destOrd="0" presId="urn:microsoft.com/office/officeart/2005/8/layout/venn1"/>
    <dgm:cxn modelId="{AE42783E-136D-4202-91AB-5B66CCAC9282}" type="presOf" srcId="{9BF0B461-1653-438A-85CC-C50B44CC3728}" destId="{6C99A680-2F2D-4B4A-AAB2-DE080E995EE3}" srcOrd="0" destOrd="0" presId="urn:microsoft.com/office/officeart/2005/8/layout/venn1"/>
    <dgm:cxn modelId="{7D977057-CD37-4AF3-A6C8-C9734BCB613C}" type="presOf" srcId="{F3707C07-454B-4654-9814-1C6291AACFC0}" destId="{C1CFC99E-DB01-4E83-AD31-1AB3FF82D02C}" srcOrd="1" destOrd="0" presId="urn:microsoft.com/office/officeart/2005/8/layout/venn1"/>
    <dgm:cxn modelId="{0526F380-A9D2-4A19-90CA-4ACF3A98FE44}" type="presOf" srcId="{0013FD9E-A61A-4AFB-A9F5-2530818890D1}" destId="{C9DA0483-59BE-4E38-8885-05901402C39B}" srcOrd="0" destOrd="0" presId="urn:microsoft.com/office/officeart/2005/8/layout/venn1"/>
    <dgm:cxn modelId="{F7D76F81-5A3F-40C4-A901-8246AC9DCA4A}" srcId="{6C0E8E3A-22CB-4882-9E6D-11FF8B025F43}" destId="{F3707C07-454B-4654-9814-1C6291AACFC0}" srcOrd="2" destOrd="0" parTransId="{F40B37BC-E0EC-4C50-BAEB-73353DD502A8}" sibTransId="{B52824FD-6500-4E64-835C-994703CF4A9C}"/>
    <dgm:cxn modelId="{7A19789F-DC42-40C7-A065-B04D5027D213}" type="presOf" srcId="{076762A3-5878-4534-B546-2446D1AE69E2}" destId="{273B1CDA-E647-4236-B083-FF059D9C5418}" srcOrd="1" destOrd="0" presId="urn:microsoft.com/office/officeart/2005/8/layout/venn1"/>
    <dgm:cxn modelId="{E4A646BF-226B-4880-95A2-C56248CF4A61}" srcId="{6C0E8E3A-22CB-4882-9E6D-11FF8B025F43}" destId="{9BF0B461-1653-438A-85CC-C50B44CC3728}" srcOrd="1" destOrd="0" parTransId="{80591806-BCD1-4059-A417-606561FC91EB}" sibTransId="{B64EBF69-D1BB-4DD3-AE71-647B87EB84CD}"/>
    <dgm:cxn modelId="{280A4FE0-934D-48FC-94C3-A7C76107B95E}" type="presOf" srcId="{076762A3-5878-4534-B546-2446D1AE69E2}" destId="{42497DCE-C63C-4410-9531-FCE0BD491C1A}" srcOrd="0" destOrd="0" presId="urn:microsoft.com/office/officeart/2005/8/layout/venn1"/>
    <dgm:cxn modelId="{5D842DE1-29EC-4413-9F8E-39CC1146E405}" type="presOf" srcId="{0013FD9E-A61A-4AFB-A9F5-2530818890D1}" destId="{501BD451-1604-49ED-871D-A5E0F1F152E1}" srcOrd="1" destOrd="0" presId="urn:microsoft.com/office/officeart/2005/8/layout/venn1"/>
    <dgm:cxn modelId="{025A51EC-C785-4217-846D-385126B7ABB2}" srcId="{6C0E8E3A-22CB-4882-9E6D-11FF8B025F43}" destId="{076762A3-5878-4534-B546-2446D1AE69E2}" srcOrd="3" destOrd="0" parTransId="{6E593CF1-EEAF-469A-9506-FACBCDE7B7F3}" sibTransId="{A0E891E4-23B3-48CC-B714-2081237997ED}"/>
    <dgm:cxn modelId="{D9DB7DED-B215-4A86-8344-266FD9473BE3}" type="presOf" srcId="{9BF0B461-1653-438A-85CC-C50B44CC3728}" destId="{6A1F1B1C-73F7-4F9A-88C7-646AEDBF7386}" srcOrd="1" destOrd="0" presId="urn:microsoft.com/office/officeart/2005/8/layout/venn1"/>
    <dgm:cxn modelId="{14310419-EF58-4949-BB81-2AE53CCE8135}" type="presParOf" srcId="{A89EE148-1167-4CE0-88D7-FBB7AF496BFA}" destId="{C9DA0483-59BE-4E38-8885-05901402C39B}" srcOrd="0" destOrd="0" presId="urn:microsoft.com/office/officeart/2005/8/layout/venn1"/>
    <dgm:cxn modelId="{16C7AFE0-0761-4B09-93EC-7DE2D4E5F7FE}" type="presParOf" srcId="{A89EE148-1167-4CE0-88D7-FBB7AF496BFA}" destId="{501BD451-1604-49ED-871D-A5E0F1F152E1}" srcOrd="1" destOrd="0" presId="urn:microsoft.com/office/officeart/2005/8/layout/venn1"/>
    <dgm:cxn modelId="{9F03D552-8631-4EF6-A1E7-0FFCD1A235C8}" type="presParOf" srcId="{A89EE148-1167-4CE0-88D7-FBB7AF496BFA}" destId="{6C99A680-2F2D-4B4A-AAB2-DE080E995EE3}" srcOrd="2" destOrd="0" presId="urn:microsoft.com/office/officeart/2005/8/layout/venn1"/>
    <dgm:cxn modelId="{7FAD1D3C-DBC4-4D20-B526-1BA783254DBA}" type="presParOf" srcId="{A89EE148-1167-4CE0-88D7-FBB7AF496BFA}" destId="{6A1F1B1C-73F7-4F9A-88C7-646AEDBF7386}" srcOrd="3" destOrd="0" presId="urn:microsoft.com/office/officeart/2005/8/layout/venn1"/>
    <dgm:cxn modelId="{9D6F39B6-B4D6-4D76-AFD4-135B9B427218}" type="presParOf" srcId="{A89EE148-1167-4CE0-88D7-FBB7AF496BFA}" destId="{08DDAD77-58BE-42F7-AE94-3D5A6CC906DF}" srcOrd="4" destOrd="0" presId="urn:microsoft.com/office/officeart/2005/8/layout/venn1"/>
    <dgm:cxn modelId="{32CDE265-795E-4044-97F9-B3553E780C29}" type="presParOf" srcId="{A89EE148-1167-4CE0-88D7-FBB7AF496BFA}" destId="{C1CFC99E-DB01-4E83-AD31-1AB3FF82D02C}" srcOrd="5" destOrd="0" presId="urn:microsoft.com/office/officeart/2005/8/layout/venn1"/>
    <dgm:cxn modelId="{D20FE78F-59B5-435F-A260-A072C0DEDBF4}" type="presParOf" srcId="{A89EE148-1167-4CE0-88D7-FBB7AF496BFA}" destId="{42497DCE-C63C-4410-9531-FCE0BD491C1A}" srcOrd="6" destOrd="0" presId="urn:microsoft.com/office/officeart/2005/8/layout/venn1"/>
    <dgm:cxn modelId="{4C0E4FD4-AA9D-4A05-BC54-7AB7A4300DEA}" type="presParOf" srcId="{A89EE148-1167-4CE0-88D7-FBB7AF496BFA}" destId="{273B1CDA-E647-4236-B083-FF059D9C5418}" srcOrd="7" destOrd="0" presId="urn:microsoft.com/office/officeart/2005/8/layout/venn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CDE293A-6EC1-4DFE-9E75-43295FAD849D}" type="doc">
      <dgm:prSet loTypeId="urn:microsoft.com/office/officeart/2005/8/layout/vList5" loCatId="list" qsTypeId="urn:microsoft.com/office/officeart/2005/8/quickstyle/simple1" qsCatId="simple" csTypeId="urn:microsoft.com/office/officeart/2005/8/colors/colorful2" csCatId="colorful"/>
      <dgm:spPr/>
      <dgm:t>
        <a:bodyPr/>
        <a:lstStyle/>
        <a:p>
          <a:endParaRPr lang="en-IN"/>
        </a:p>
      </dgm:t>
    </dgm:pt>
    <dgm:pt modelId="{E53AAEDE-109A-4296-8D5C-3786B0684039}">
      <dgm:prSet/>
      <dgm:spPr/>
      <dgm:t>
        <a:bodyPr/>
        <a:lstStyle/>
        <a:p>
          <a:r>
            <a:rPr lang="en-US" b="1"/>
            <a:t>Smart Home Services</a:t>
          </a:r>
          <a:endParaRPr lang="en-IN"/>
        </a:p>
      </dgm:t>
    </dgm:pt>
    <dgm:pt modelId="{4D09AFB5-91D3-40B9-80D3-56966DAE98D8}" type="parTrans" cxnId="{A7EF3EAF-D4DD-43E6-BC3C-5A009ACE924A}">
      <dgm:prSet/>
      <dgm:spPr/>
      <dgm:t>
        <a:bodyPr/>
        <a:lstStyle/>
        <a:p>
          <a:endParaRPr lang="en-IN"/>
        </a:p>
      </dgm:t>
    </dgm:pt>
    <dgm:pt modelId="{009B9E04-D180-40DF-ACFC-9BD097146804}" type="sibTrans" cxnId="{A7EF3EAF-D4DD-43E6-BC3C-5A009ACE924A}">
      <dgm:prSet/>
      <dgm:spPr/>
      <dgm:t>
        <a:bodyPr/>
        <a:lstStyle/>
        <a:p>
          <a:endParaRPr lang="en-IN"/>
        </a:p>
      </dgm:t>
    </dgm:pt>
    <dgm:pt modelId="{B4CADD2B-C4A7-4500-B3F8-5938B8D5822F}">
      <dgm:prSet/>
      <dgm:spPr/>
      <dgm:t>
        <a:bodyPr/>
        <a:lstStyle/>
        <a:p>
          <a:r>
            <a:rPr lang="en-US" dirty="0"/>
            <a:t>Security</a:t>
          </a:r>
          <a:endParaRPr lang="en-IN" dirty="0"/>
        </a:p>
      </dgm:t>
    </dgm:pt>
    <dgm:pt modelId="{BFC17B6A-C144-445C-AEC2-BE0523F8F0EF}" type="parTrans" cxnId="{D12354BE-CC02-4057-BC56-0FA83B8D47CA}">
      <dgm:prSet/>
      <dgm:spPr/>
      <dgm:t>
        <a:bodyPr/>
        <a:lstStyle/>
        <a:p>
          <a:endParaRPr lang="en-IN"/>
        </a:p>
      </dgm:t>
    </dgm:pt>
    <dgm:pt modelId="{F7B21B80-BD5B-4CBF-8640-F16CEDDFA8E8}" type="sibTrans" cxnId="{D12354BE-CC02-4057-BC56-0FA83B8D47CA}">
      <dgm:prSet/>
      <dgm:spPr/>
      <dgm:t>
        <a:bodyPr/>
        <a:lstStyle/>
        <a:p>
          <a:endParaRPr lang="en-IN"/>
        </a:p>
      </dgm:t>
    </dgm:pt>
    <dgm:pt modelId="{7C2A63C6-3A78-4D5D-8F49-7A9F05C323E0}">
      <dgm:prSet/>
      <dgm:spPr/>
      <dgm:t>
        <a:bodyPr/>
        <a:lstStyle/>
        <a:p>
          <a:r>
            <a:rPr lang="en-US"/>
            <a:t>Healthcare</a:t>
          </a:r>
          <a:endParaRPr lang="en-IN"/>
        </a:p>
      </dgm:t>
    </dgm:pt>
    <dgm:pt modelId="{548C4DE4-C24C-4B67-9D9A-596FC04A3B37}" type="parTrans" cxnId="{8B9CD303-3217-43C6-A527-AE2B5AAEA3BE}">
      <dgm:prSet/>
      <dgm:spPr/>
      <dgm:t>
        <a:bodyPr/>
        <a:lstStyle/>
        <a:p>
          <a:endParaRPr lang="en-IN"/>
        </a:p>
      </dgm:t>
    </dgm:pt>
    <dgm:pt modelId="{88AE3E18-6496-4DA0-BC7C-BF2CF79DC899}" type="sibTrans" cxnId="{8B9CD303-3217-43C6-A527-AE2B5AAEA3BE}">
      <dgm:prSet/>
      <dgm:spPr/>
      <dgm:t>
        <a:bodyPr/>
        <a:lstStyle/>
        <a:p>
          <a:endParaRPr lang="en-IN"/>
        </a:p>
      </dgm:t>
    </dgm:pt>
    <dgm:pt modelId="{17D1F105-7FBF-41BD-B7B0-065850A04C65}">
      <dgm:prSet/>
      <dgm:spPr/>
      <dgm:t>
        <a:bodyPr/>
        <a:lstStyle/>
        <a:p>
          <a:r>
            <a:rPr lang="en-US"/>
            <a:t>Video monitoring</a:t>
          </a:r>
          <a:endParaRPr lang="en-IN"/>
        </a:p>
      </dgm:t>
    </dgm:pt>
    <dgm:pt modelId="{72084732-7510-4068-9143-A08367D332BD}" type="parTrans" cxnId="{F75C51EA-B572-429A-8E3C-10B88CAF5C76}">
      <dgm:prSet/>
      <dgm:spPr/>
      <dgm:t>
        <a:bodyPr/>
        <a:lstStyle/>
        <a:p>
          <a:endParaRPr lang="en-IN"/>
        </a:p>
      </dgm:t>
    </dgm:pt>
    <dgm:pt modelId="{EEFF4D8E-AFC7-48A7-A7BE-997D2B3D4E37}" type="sibTrans" cxnId="{F75C51EA-B572-429A-8E3C-10B88CAF5C76}">
      <dgm:prSet/>
      <dgm:spPr/>
      <dgm:t>
        <a:bodyPr/>
        <a:lstStyle/>
        <a:p>
          <a:endParaRPr lang="en-IN"/>
        </a:p>
      </dgm:t>
    </dgm:pt>
    <dgm:pt modelId="{F3B99587-FDB8-46AA-BC80-D2BE5F7DE023}">
      <dgm:prSet/>
      <dgm:spPr/>
      <dgm:t>
        <a:bodyPr/>
        <a:lstStyle/>
        <a:p>
          <a:r>
            <a:rPr lang="en-US"/>
            <a:t>Energy management</a:t>
          </a:r>
          <a:endParaRPr lang="en-IN"/>
        </a:p>
      </dgm:t>
    </dgm:pt>
    <dgm:pt modelId="{AFD65C5A-180F-4656-9AE4-6EB3C9E53ED1}" type="parTrans" cxnId="{15AA54C1-6C99-4CE4-ADCB-AE52610DF96C}">
      <dgm:prSet/>
      <dgm:spPr/>
      <dgm:t>
        <a:bodyPr/>
        <a:lstStyle/>
        <a:p>
          <a:endParaRPr lang="en-IN"/>
        </a:p>
      </dgm:t>
    </dgm:pt>
    <dgm:pt modelId="{B71B0279-4985-4F5D-8994-FDBF3D7ED32A}" type="sibTrans" cxnId="{15AA54C1-6C99-4CE4-ADCB-AE52610DF96C}">
      <dgm:prSet/>
      <dgm:spPr/>
      <dgm:t>
        <a:bodyPr/>
        <a:lstStyle/>
        <a:p>
          <a:endParaRPr lang="en-IN"/>
        </a:p>
      </dgm:t>
    </dgm:pt>
    <dgm:pt modelId="{5767DCFE-F6E8-463A-811E-4B0F7C343EA2}">
      <dgm:prSet/>
      <dgm:spPr/>
      <dgm:t>
        <a:bodyPr/>
        <a:lstStyle/>
        <a:p>
          <a:r>
            <a:rPr lang="en-US"/>
            <a:t>Entertainment</a:t>
          </a:r>
          <a:endParaRPr lang="en-IN"/>
        </a:p>
      </dgm:t>
    </dgm:pt>
    <dgm:pt modelId="{27A777ED-2D6E-434F-89B4-0F13E913BBC6}" type="parTrans" cxnId="{6718EC8C-4FCA-4BE8-99A2-590BE25972D6}">
      <dgm:prSet/>
      <dgm:spPr/>
      <dgm:t>
        <a:bodyPr/>
        <a:lstStyle/>
        <a:p>
          <a:endParaRPr lang="en-IN"/>
        </a:p>
      </dgm:t>
    </dgm:pt>
    <dgm:pt modelId="{205228EA-50AF-4C01-A7DC-BFB0B4565804}" type="sibTrans" cxnId="{6718EC8C-4FCA-4BE8-99A2-590BE25972D6}">
      <dgm:prSet/>
      <dgm:spPr/>
      <dgm:t>
        <a:bodyPr/>
        <a:lstStyle/>
        <a:p>
          <a:endParaRPr lang="en-IN"/>
        </a:p>
      </dgm:t>
    </dgm:pt>
    <dgm:pt modelId="{2D3AD21A-E3A5-4283-AB6D-72EBCE6A57E0}" type="pres">
      <dgm:prSet presAssocID="{9CDE293A-6EC1-4DFE-9E75-43295FAD849D}" presName="Name0" presStyleCnt="0">
        <dgm:presLayoutVars>
          <dgm:dir/>
          <dgm:animLvl val="lvl"/>
          <dgm:resizeHandles val="exact"/>
        </dgm:presLayoutVars>
      </dgm:prSet>
      <dgm:spPr/>
    </dgm:pt>
    <dgm:pt modelId="{CFE065D0-0B2F-408F-BC63-D073D8BBF1A8}" type="pres">
      <dgm:prSet presAssocID="{E53AAEDE-109A-4296-8D5C-3786B0684039}" presName="linNode" presStyleCnt="0"/>
      <dgm:spPr/>
    </dgm:pt>
    <dgm:pt modelId="{8F0C8865-427E-467D-9B7E-40775209B257}" type="pres">
      <dgm:prSet presAssocID="{E53AAEDE-109A-4296-8D5C-3786B0684039}" presName="parentText" presStyleLbl="node1" presStyleIdx="0" presStyleCnt="6">
        <dgm:presLayoutVars>
          <dgm:chMax val="1"/>
          <dgm:bulletEnabled val="1"/>
        </dgm:presLayoutVars>
      </dgm:prSet>
      <dgm:spPr/>
    </dgm:pt>
    <dgm:pt modelId="{7E54A68C-578B-4404-9F59-E9955158FFF0}" type="pres">
      <dgm:prSet presAssocID="{009B9E04-D180-40DF-ACFC-9BD097146804}" presName="sp" presStyleCnt="0"/>
      <dgm:spPr/>
    </dgm:pt>
    <dgm:pt modelId="{393A16C6-5177-488C-89B7-CF9C4C62CE7E}" type="pres">
      <dgm:prSet presAssocID="{B4CADD2B-C4A7-4500-B3F8-5938B8D5822F}" presName="linNode" presStyleCnt="0"/>
      <dgm:spPr/>
    </dgm:pt>
    <dgm:pt modelId="{7E72FAE7-59FF-4746-9329-77802AAC45A5}" type="pres">
      <dgm:prSet presAssocID="{B4CADD2B-C4A7-4500-B3F8-5938B8D5822F}" presName="parentText" presStyleLbl="node1" presStyleIdx="1" presStyleCnt="6">
        <dgm:presLayoutVars>
          <dgm:chMax val="1"/>
          <dgm:bulletEnabled val="1"/>
        </dgm:presLayoutVars>
      </dgm:prSet>
      <dgm:spPr/>
    </dgm:pt>
    <dgm:pt modelId="{BD6B4218-CEDD-431B-A48E-76DDC75BDF58}" type="pres">
      <dgm:prSet presAssocID="{F7B21B80-BD5B-4CBF-8640-F16CEDDFA8E8}" presName="sp" presStyleCnt="0"/>
      <dgm:spPr/>
    </dgm:pt>
    <dgm:pt modelId="{ECF52799-2F74-4909-85CF-4E0A3053697B}" type="pres">
      <dgm:prSet presAssocID="{7C2A63C6-3A78-4D5D-8F49-7A9F05C323E0}" presName="linNode" presStyleCnt="0"/>
      <dgm:spPr/>
    </dgm:pt>
    <dgm:pt modelId="{659A3EFB-081F-4D7C-9E48-E26FE41B997B}" type="pres">
      <dgm:prSet presAssocID="{7C2A63C6-3A78-4D5D-8F49-7A9F05C323E0}" presName="parentText" presStyleLbl="node1" presStyleIdx="2" presStyleCnt="6">
        <dgm:presLayoutVars>
          <dgm:chMax val="1"/>
          <dgm:bulletEnabled val="1"/>
        </dgm:presLayoutVars>
      </dgm:prSet>
      <dgm:spPr/>
    </dgm:pt>
    <dgm:pt modelId="{12F19B45-D383-4E1A-87CF-5778E6262802}" type="pres">
      <dgm:prSet presAssocID="{88AE3E18-6496-4DA0-BC7C-BF2CF79DC899}" presName="sp" presStyleCnt="0"/>
      <dgm:spPr/>
    </dgm:pt>
    <dgm:pt modelId="{AFBBF76D-B693-43C5-9D50-7444F5CB787E}" type="pres">
      <dgm:prSet presAssocID="{17D1F105-7FBF-41BD-B7B0-065850A04C65}" presName="linNode" presStyleCnt="0"/>
      <dgm:spPr/>
    </dgm:pt>
    <dgm:pt modelId="{D77B39F6-570D-4E88-B149-1CBDA2ED4B2F}" type="pres">
      <dgm:prSet presAssocID="{17D1F105-7FBF-41BD-B7B0-065850A04C65}" presName="parentText" presStyleLbl="node1" presStyleIdx="3" presStyleCnt="6">
        <dgm:presLayoutVars>
          <dgm:chMax val="1"/>
          <dgm:bulletEnabled val="1"/>
        </dgm:presLayoutVars>
      </dgm:prSet>
      <dgm:spPr/>
    </dgm:pt>
    <dgm:pt modelId="{82178F84-1D03-4947-88A7-724F7E56EACB}" type="pres">
      <dgm:prSet presAssocID="{EEFF4D8E-AFC7-48A7-A7BE-997D2B3D4E37}" presName="sp" presStyleCnt="0"/>
      <dgm:spPr/>
    </dgm:pt>
    <dgm:pt modelId="{D589C6D9-9D41-4BF2-B9EF-7888B07247BB}" type="pres">
      <dgm:prSet presAssocID="{F3B99587-FDB8-46AA-BC80-D2BE5F7DE023}" presName="linNode" presStyleCnt="0"/>
      <dgm:spPr/>
    </dgm:pt>
    <dgm:pt modelId="{1EDA2793-C6F3-4278-B6A2-656C0F4E0F77}" type="pres">
      <dgm:prSet presAssocID="{F3B99587-FDB8-46AA-BC80-D2BE5F7DE023}" presName="parentText" presStyleLbl="node1" presStyleIdx="4" presStyleCnt="6">
        <dgm:presLayoutVars>
          <dgm:chMax val="1"/>
          <dgm:bulletEnabled val="1"/>
        </dgm:presLayoutVars>
      </dgm:prSet>
      <dgm:spPr/>
    </dgm:pt>
    <dgm:pt modelId="{D5C54770-0511-467B-ACE9-45576A174743}" type="pres">
      <dgm:prSet presAssocID="{B71B0279-4985-4F5D-8994-FDBF3D7ED32A}" presName="sp" presStyleCnt="0"/>
      <dgm:spPr/>
    </dgm:pt>
    <dgm:pt modelId="{07C94EBE-7F5C-4F5C-96B1-4B5B750CA5A1}" type="pres">
      <dgm:prSet presAssocID="{5767DCFE-F6E8-463A-811E-4B0F7C343EA2}" presName="linNode" presStyleCnt="0"/>
      <dgm:spPr/>
    </dgm:pt>
    <dgm:pt modelId="{45418A45-6753-415B-A3D2-E5AC4BE30114}" type="pres">
      <dgm:prSet presAssocID="{5767DCFE-F6E8-463A-811E-4B0F7C343EA2}" presName="parentText" presStyleLbl="node1" presStyleIdx="5" presStyleCnt="6">
        <dgm:presLayoutVars>
          <dgm:chMax val="1"/>
          <dgm:bulletEnabled val="1"/>
        </dgm:presLayoutVars>
      </dgm:prSet>
      <dgm:spPr/>
    </dgm:pt>
  </dgm:ptLst>
  <dgm:cxnLst>
    <dgm:cxn modelId="{8B9CD303-3217-43C6-A527-AE2B5AAEA3BE}" srcId="{9CDE293A-6EC1-4DFE-9E75-43295FAD849D}" destId="{7C2A63C6-3A78-4D5D-8F49-7A9F05C323E0}" srcOrd="2" destOrd="0" parTransId="{548C4DE4-C24C-4B67-9D9A-596FC04A3B37}" sibTransId="{88AE3E18-6496-4DA0-BC7C-BF2CF79DC899}"/>
    <dgm:cxn modelId="{17A88610-91C0-4F35-AD23-8D446A79D528}" type="presOf" srcId="{7C2A63C6-3A78-4D5D-8F49-7A9F05C323E0}" destId="{659A3EFB-081F-4D7C-9E48-E26FE41B997B}" srcOrd="0" destOrd="0" presId="urn:microsoft.com/office/officeart/2005/8/layout/vList5"/>
    <dgm:cxn modelId="{0653DD5B-5729-49AA-A4F2-120CED722967}" type="presOf" srcId="{5767DCFE-F6E8-463A-811E-4B0F7C343EA2}" destId="{45418A45-6753-415B-A3D2-E5AC4BE30114}" srcOrd="0" destOrd="0" presId="urn:microsoft.com/office/officeart/2005/8/layout/vList5"/>
    <dgm:cxn modelId="{68FB2162-5218-4DCC-8B57-960E9B4DD901}" type="presOf" srcId="{E53AAEDE-109A-4296-8D5C-3786B0684039}" destId="{8F0C8865-427E-467D-9B7E-40775209B257}" srcOrd="0" destOrd="0" presId="urn:microsoft.com/office/officeart/2005/8/layout/vList5"/>
    <dgm:cxn modelId="{6718EC8C-4FCA-4BE8-99A2-590BE25972D6}" srcId="{9CDE293A-6EC1-4DFE-9E75-43295FAD849D}" destId="{5767DCFE-F6E8-463A-811E-4B0F7C343EA2}" srcOrd="5" destOrd="0" parTransId="{27A777ED-2D6E-434F-89B4-0F13E913BBC6}" sibTransId="{205228EA-50AF-4C01-A7DC-BFB0B4565804}"/>
    <dgm:cxn modelId="{D00CCA95-5703-4BC6-867E-7844138B494D}" type="presOf" srcId="{B4CADD2B-C4A7-4500-B3F8-5938B8D5822F}" destId="{7E72FAE7-59FF-4746-9329-77802AAC45A5}" srcOrd="0" destOrd="0" presId="urn:microsoft.com/office/officeart/2005/8/layout/vList5"/>
    <dgm:cxn modelId="{FD72F0A0-D1FA-4A6D-9DCD-659100A9A84C}" type="presOf" srcId="{F3B99587-FDB8-46AA-BC80-D2BE5F7DE023}" destId="{1EDA2793-C6F3-4278-B6A2-656C0F4E0F77}" srcOrd="0" destOrd="0" presId="urn:microsoft.com/office/officeart/2005/8/layout/vList5"/>
    <dgm:cxn modelId="{A7EF3EAF-D4DD-43E6-BC3C-5A009ACE924A}" srcId="{9CDE293A-6EC1-4DFE-9E75-43295FAD849D}" destId="{E53AAEDE-109A-4296-8D5C-3786B0684039}" srcOrd="0" destOrd="0" parTransId="{4D09AFB5-91D3-40B9-80D3-56966DAE98D8}" sibTransId="{009B9E04-D180-40DF-ACFC-9BD097146804}"/>
    <dgm:cxn modelId="{D12354BE-CC02-4057-BC56-0FA83B8D47CA}" srcId="{9CDE293A-6EC1-4DFE-9E75-43295FAD849D}" destId="{B4CADD2B-C4A7-4500-B3F8-5938B8D5822F}" srcOrd="1" destOrd="0" parTransId="{BFC17B6A-C144-445C-AEC2-BE0523F8F0EF}" sibTransId="{F7B21B80-BD5B-4CBF-8640-F16CEDDFA8E8}"/>
    <dgm:cxn modelId="{15AA54C1-6C99-4CE4-ADCB-AE52610DF96C}" srcId="{9CDE293A-6EC1-4DFE-9E75-43295FAD849D}" destId="{F3B99587-FDB8-46AA-BC80-D2BE5F7DE023}" srcOrd="4" destOrd="0" parTransId="{AFD65C5A-180F-4656-9AE4-6EB3C9E53ED1}" sibTransId="{B71B0279-4985-4F5D-8994-FDBF3D7ED32A}"/>
    <dgm:cxn modelId="{D71959C2-CB56-4778-86F6-35966A562C43}" type="presOf" srcId="{17D1F105-7FBF-41BD-B7B0-065850A04C65}" destId="{D77B39F6-570D-4E88-B149-1CBDA2ED4B2F}" srcOrd="0" destOrd="0" presId="urn:microsoft.com/office/officeart/2005/8/layout/vList5"/>
    <dgm:cxn modelId="{62B30BD1-175E-4063-A6B8-632EC3DAFA1D}" type="presOf" srcId="{9CDE293A-6EC1-4DFE-9E75-43295FAD849D}" destId="{2D3AD21A-E3A5-4283-AB6D-72EBCE6A57E0}" srcOrd="0" destOrd="0" presId="urn:microsoft.com/office/officeart/2005/8/layout/vList5"/>
    <dgm:cxn modelId="{F75C51EA-B572-429A-8E3C-10B88CAF5C76}" srcId="{9CDE293A-6EC1-4DFE-9E75-43295FAD849D}" destId="{17D1F105-7FBF-41BD-B7B0-065850A04C65}" srcOrd="3" destOrd="0" parTransId="{72084732-7510-4068-9143-A08367D332BD}" sibTransId="{EEFF4D8E-AFC7-48A7-A7BE-997D2B3D4E37}"/>
    <dgm:cxn modelId="{EF9D74FB-5122-4EF4-8AA0-578E65D7E32B}" type="presParOf" srcId="{2D3AD21A-E3A5-4283-AB6D-72EBCE6A57E0}" destId="{CFE065D0-0B2F-408F-BC63-D073D8BBF1A8}" srcOrd="0" destOrd="0" presId="urn:microsoft.com/office/officeart/2005/8/layout/vList5"/>
    <dgm:cxn modelId="{080B4574-7104-4C6E-A260-172471A67B95}" type="presParOf" srcId="{CFE065D0-0B2F-408F-BC63-D073D8BBF1A8}" destId="{8F0C8865-427E-467D-9B7E-40775209B257}" srcOrd="0" destOrd="0" presId="urn:microsoft.com/office/officeart/2005/8/layout/vList5"/>
    <dgm:cxn modelId="{2BDCE47B-7FE8-4588-AD4B-6F71EC1E492F}" type="presParOf" srcId="{2D3AD21A-E3A5-4283-AB6D-72EBCE6A57E0}" destId="{7E54A68C-578B-4404-9F59-E9955158FFF0}" srcOrd="1" destOrd="0" presId="urn:microsoft.com/office/officeart/2005/8/layout/vList5"/>
    <dgm:cxn modelId="{B0EB05E7-E220-48D8-9396-4E8583E7FE26}" type="presParOf" srcId="{2D3AD21A-E3A5-4283-AB6D-72EBCE6A57E0}" destId="{393A16C6-5177-488C-89B7-CF9C4C62CE7E}" srcOrd="2" destOrd="0" presId="urn:microsoft.com/office/officeart/2005/8/layout/vList5"/>
    <dgm:cxn modelId="{087F2E0C-E2E4-46E1-93DB-FCA281C14802}" type="presParOf" srcId="{393A16C6-5177-488C-89B7-CF9C4C62CE7E}" destId="{7E72FAE7-59FF-4746-9329-77802AAC45A5}" srcOrd="0" destOrd="0" presId="urn:microsoft.com/office/officeart/2005/8/layout/vList5"/>
    <dgm:cxn modelId="{0758B638-CECE-4248-9C9D-CFE88B6A5224}" type="presParOf" srcId="{2D3AD21A-E3A5-4283-AB6D-72EBCE6A57E0}" destId="{BD6B4218-CEDD-431B-A48E-76DDC75BDF58}" srcOrd="3" destOrd="0" presId="urn:microsoft.com/office/officeart/2005/8/layout/vList5"/>
    <dgm:cxn modelId="{42850F7A-DC7E-470F-B21C-C3101CB7D694}" type="presParOf" srcId="{2D3AD21A-E3A5-4283-AB6D-72EBCE6A57E0}" destId="{ECF52799-2F74-4909-85CF-4E0A3053697B}" srcOrd="4" destOrd="0" presId="urn:microsoft.com/office/officeart/2005/8/layout/vList5"/>
    <dgm:cxn modelId="{31F3B499-532B-478E-866F-C2F3D91CA2D8}" type="presParOf" srcId="{ECF52799-2F74-4909-85CF-4E0A3053697B}" destId="{659A3EFB-081F-4D7C-9E48-E26FE41B997B}" srcOrd="0" destOrd="0" presId="urn:microsoft.com/office/officeart/2005/8/layout/vList5"/>
    <dgm:cxn modelId="{150CE26C-A61A-4FE1-8A03-5BD2C15F54C5}" type="presParOf" srcId="{2D3AD21A-E3A5-4283-AB6D-72EBCE6A57E0}" destId="{12F19B45-D383-4E1A-87CF-5778E6262802}" srcOrd="5" destOrd="0" presId="urn:microsoft.com/office/officeart/2005/8/layout/vList5"/>
    <dgm:cxn modelId="{F09D8CDD-EC8C-4A1F-9C96-8D8F5F70893A}" type="presParOf" srcId="{2D3AD21A-E3A5-4283-AB6D-72EBCE6A57E0}" destId="{AFBBF76D-B693-43C5-9D50-7444F5CB787E}" srcOrd="6" destOrd="0" presId="urn:microsoft.com/office/officeart/2005/8/layout/vList5"/>
    <dgm:cxn modelId="{EC117C8A-C96B-4FDC-95BA-6B8AEFD7C980}" type="presParOf" srcId="{AFBBF76D-B693-43C5-9D50-7444F5CB787E}" destId="{D77B39F6-570D-4E88-B149-1CBDA2ED4B2F}" srcOrd="0" destOrd="0" presId="urn:microsoft.com/office/officeart/2005/8/layout/vList5"/>
    <dgm:cxn modelId="{3B21E176-80AE-4C2F-87D7-28FD5B23F879}" type="presParOf" srcId="{2D3AD21A-E3A5-4283-AB6D-72EBCE6A57E0}" destId="{82178F84-1D03-4947-88A7-724F7E56EACB}" srcOrd="7" destOrd="0" presId="urn:microsoft.com/office/officeart/2005/8/layout/vList5"/>
    <dgm:cxn modelId="{417692D3-E54C-49A6-A423-432EA08DFAD4}" type="presParOf" srcId="{2D3AD21A-E3A5-4283-AB6D-72EBCE6A57E0}" destId="{D589C6D9-9D41-4BF2-B9EF-7888B07247BB}" srcOrd="8" destOrd="0" presId="urn:microsoft.com/office/officeart/2005/8/layout/vList5"/>
    <dgm:cxn modelId="{7AAC228F-33B0-4772-9324-556A8482AEB2}" type="presParOf" srcId="{D589C6D9-9D41-4BF2-B9EF-7888B07247BB}" destId="{1EDA2793-C6F3-4278-B6A2-656C0F4E0F77}" srcOrd="0" destOrd="0" presId="urn:microsoft.com/office/officeart/2005/8/layout/vList5"/>
    <dgm:cxn modelId="{1D1F3638-B962-4415-9416-99075232A504}" type="presParOf" srcId="{2D3AD21A-E3A5-4283-AB6D-72EBCE6A57E0}" destId="{D5C54770-0511-467B-ACE9-45576A174743}" srcOrd="9" destOrd="0" presId="urn:microsoft.com/office/officeart/2005/8/layout/vList5"/>
    <dgm:cxn modelId="{1864040B-8456-4493-829C-1AB80BB25384}" type="presParOf" srcId="{2D3AD21A-E3A5-4283-AB6D-72EBCE6A57E0}" destId="{07C94EBE-7F5C-4F5C-96B1-4B5B750CA5A1}" srcOrd="10" destOrd="0" presId="urn:microsoft.com/office/officeart/2005/8/layout/vList5"/>
    <dgm:cxn modelId="{C4D85AC7-2073-4BBA-9136-E30326134900}" type="presParOf" srcId="{07C94EBE-7F5C-4F5C-96B1-4B5B750CA5A1}" destId="{45418A45-6753-415B-A3D2-E5AC4BE30114}" srcOrd="0" destOrd="0" presId="urn:microsoft.com/office/officeart/2005/8/layout/vList5"/>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39DB9F-B92D-42C2-83A8-1EF16E23B9CC}">
      <dsp:nvSpPr>
        <dsp:cNvPr id="0" name=""/>
        <dsp:cNvSpPr/>
      </dsp:nvSpPr>
      <dsp:spPr>
        <a:xfrm rot="10800000">
          <a:off x="1684494" y="0"/>
          <a:ext cx="5472684" cy="864096"/>
        </a:xfrm>
        <a:prstGeom prst="homePlate">
          <a:avLst/>
        </a:prstGeom>
        <a:solidFill>
          <a:schemeClr val="bg2">
            <a:lumMod val="25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42" tIns="118110" rIns="220472" bIns="118110" numCol="1" spcCol="1270" anchor="ctr" anchorCtr="0">
          <a:noAutofit/>
        </a:bodyPr>
        <a:lstStyle/>
        <a:p>
          <a:pPr marL="0" lvl="0" indent="0" algn="ctr" defTabSz="1377950">
            <a:lnSpc>
              <a:spcPct val="90000"/>
            </a:lnSpc>
            <a:spcBef>
              <a:spcPct val="0"/>
            </a:spcBef>
            <a:spcAft>
              <a:spcPct val="35000"/>
            </a:spcAft>
            <a:buNone/>
          </a:pPr>
          <a:r>
            <a:rPr lang="en-US" sz="3100" kern="1200"/>
            <a:t>How it Works : A Scenario </a:t>
          </a:r>
          <a:endParaRPr lang="en-IN" sz="3100" kern="1200"/>
        </a:p>
      </dsp:txBody>
      <dsp:txXfrm rot="10800000">
        <a:off x="1900518" y="0"/>
        <a:ext cx="5256660" cy="864096"/>
      </dsp:txXfrm>
    </dsp:sp>
    <dsp:sp modelId="{45DB24CF-D3A7-44CB-9E21-9AAEA203B506}">
      <dsp:nvSpPr>
        <dsp:cNvPr id="0" name=""/>
        <dsp:cNvSpPr/>
      </dsp:nvSpPr>
      <dsp:spPr>
        <a:xfrm>
          <a:off x="640416" y="0"/>
          <a:ext cx="1224147" cy="864096"/>
        </a:xfrm>
        <a:prstGeom prst="ellipse">
          <a:avLst/>
        </a:prstGeom>
        <a:blipFill>
          <a:blip xmlns:r="http://schemas.openxmlformats.org/officeDocument/2006/relationships" r:embed="rId1"/>
          <a:srcRect/>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FC08B1-C73C-42CA-B5BA-B205A0E301A9}">
      <dsp:nvSpPr>
        <dsp:cNvPr id="0" name=""/>
        <dsp:cNvSpPr/>
      </dsp:nvSpPr>
      <dsp:spPr>
        <a:xfrm>
          <a:off x="143577" y="6198"/>
          <a:ext cx="1918512" cy="1151107"/>
        </a:xfrm>
        <a:prstGeom prst="flowChartConnector">
          <a:avLst/>
        </a:prstGeom>
        <a:solidFill>
          <a:schemeClr val="accent1">
            <a:alpha val="90000"/>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0" i="0" kern="1200" baseline="0" dirty="0"/>
            <a:t>All smart home devices are connected to each other.</a:t>
          </a:r>
          <a:endParaRPr lang="en-IN" sz="1400" kern="1200" dirty="0"/>
        </a:p>
      </dsp:txBody>
      <dsp:txXfrm>
        <a:off x="424537" y="174774"/>
        <a:ext cx="1356592" cy="813955"/>
      </dsp:txXfrm>
    </dsp:sp>
    <dsp:sp modelId="{BD3A79E0-DE29-4905-8BFC-993B40DFD1A3}">
      <dsp:nvSpPr>
        <dsp:cNvPr id="0" name=""/>
        <dsp:cNvSpPr/>
      </dsp:nvSpPr>
      <dsp:spPr>
        <a:xfrm>
          <a:off x="2274987" y="2296"/>
          <a:ext cx="1918512" cy="1151107"/>
        </a:xfrm>
        <a:prstGeom prst="rect">
          <a:avLst/>
        </a:prstGeom>
        <a:solidFill>
          <a:schemeClr val="accent1">
            <a:alpha val="90000"/>
            <a:hueOff val="0"/>
            <a:satOff val="0"/>
            <a:lumOff val="0"/>
            <a:alphaOff val="-2667"/>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0" i="0" kern="1200" baseline="0" dirty="0"/>
            <a:t>They can be controlled from one central device like a mobile phone, tablet, laptop,</a:t>
          </a:r>
          <a:endParaRPr lang="en-IN" sz="1400" kern="1200" dirty="0"/>
        </a:p>
      </dsp:txBody>
      <dsp:txXfrm>
        <a:off x="2274987" y="2296"/>
        <a:ext cx="1918512" cy="1151107"/>
      </dsp:txXfrm>
    </dsp:sp>
    <dsp:sp modelId="{42E58C38-6375-4435-8EA7-1DD332217DAA}">
      <dsp:nvSpPr>
        <dsp:cNvPr id="0" name=""/>
        <dsp:cNvSpPr/>
      </dsp:nvSpPr>
      <dsp:spPr>
        <a:xfrm>
          <a:off x="4385350" y="2296"/>
          <a:ext cx="1918512" cy="1151107"/>
        </a:xfrm>
        <a:prstGeom prst="flowChartConnector">
          <a:avLst/>
        </a:prstGeom>
        <a:solidFill>
          <a:schemeClr val="accent1">
            <a:alpha val="90000"/>
            <a:hueOff val="0"/>
            <a:satOff val="0"/>
            <a:lumOff val="0"/>
            <a:alphaOff val="-5333"/>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0" i="0" kern="1200" baseline="0" dirty="0"/>
            <a:t>game console.</a:t>
          </a:r>
          <a:endParaRPr lang="en-IN" sz="1400" kern="1200" dirty="0"/>
        </a:p>
      </dsp:txBody>
      <dsp:txXfrm>
        <a:off x="4666310" y="170872"/>
        <a:ext cx="1356592" cy="813955"/>
      </dsp:txXfrm>
    </dsp:sp>
    <dsp:sp modelId="{560B2DFB-F1F8-48B7-A2D8-CB4A223E28E8}">
      <dsp:nvSpPr>
        <dsp:cNvPr id="0" name=""/>
        <dsp:cNvSpPr/>
      </dsp:nvSpPr>
      <dsp:spPr>
        <a:xfrm>
          <a:off x="6495714" y="2296"/>
          <a:ext cx="1918512" cy="1151107"/>
        </a:xfrm>
        <a:prstGeom prst="rect">
          <a:avLst/>
        </a:prstGeom>
        <a:solidFill>
          <a:schemeClr val="accent1">
            <a:alpha val="90000"/>
            <a:hueOff val="0"/>
            <a:satOff val="0"/>
            <a:lumOff val="0"/>
            <a:alphaOff val="-8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0" i="0" kern="1200" baseline="0" dirty="0"/>
            <a:t>Devices such as door locks, TVs, thermostats, cameras, lights, and refrigerators </a:t>
          </a:r>
          <a:endParaRPr lang="en-IN" sz="1400" kern="1200" dirty="0"/>
        </a:p>
      </dsp:txBody>
      <dsp:txXfrm>
        <a:off x="6495714" y="2296"/>
        <a:ext cx="1918512" cy="1151107"/>
      </dsp:txXfrm>
    </dsp:sp>
    <dsp:sp modelId="{B0062DAF-D457-4C1B-A923-F2920782C43C}">
      <dsp:nvSpPr>
        <dsp:cNvPr id="0" name=""/>
        <dsp:cNvSpPr/>
      </dsp:nvSpPr>
      <dsp:spPr>
        <a:xfrm>
          <a:off x="164623" y="1345254"/>
          <a:ext cx="1918512" cy="1151107"/>
        </a:xfrm>
        <a:prstGeom prst="rect">
          <a:avLst/>
        </a:prstGeom>
        <a:solidFill>
          <a:schemeClr val="accent1">
            <a:alpha val="90000"/>
            <a:hueOff val="0"/>
            <a:satOff val="0"/>
            <a:lumOff val="0"/>
            <a:alphaOff val="-10667"/>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0" i="0" kern="1200" baseline="0" dirty="0"/>
            <a:t>Can be managed using one home automation system.</a:t>
          </a:r>
          <a:endParaRPr lang="en-IN" sz="1400" kern="1200" dirty="0"/>
        </a:p>
      </dsp:txBody>
      <dsp:txXfrm>
        <a:off x="164623" y="1345254"/>
        <a:ext cx="1918512" cy="1151107"/>
      </dsp:txXfrm>
    </dsp:sp>
    <dsp:sp modelId="{E932DD69-64CD-4A50-90A3-59F148801ED3}">
      <dsp:nvSpPr>
        <dsp:cNvPr id="0" name=""/>
        <dsp:cNvSpPr/>
      </dsp:nvSpPr>
      <dsp:spPr>
        <a:xfrm>
          <a:off x="2274987" y="1345254"/>
          <a:ext cx="1918512" cy="1151107"/>
        </a:xfrm>
        <a:prstGeom prst="flowChartConnector">
          <a:avLst/>
        </a:prstGeom>
        <a:solidFill>
          <a:schemeClr val="accent1">
            <a:alpha val="90000"/>
            <a:hueOff val="0"/>
            <a:satOff val="0"/>
            <a:lumOff val="0"/>
            <a:alphaOff val="-13333"/>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0" i="0" kern="1200" baseline="0" dirty="0"/>
            <a:t>A remote control system allows users to:</a:t>
          </a:r>
          <a:endParaRPr lang="en-IN" sz="1400" kern="1200" dirty="0"/>
        </a:p>
      </dsp:txBody>
      <dsp:txXfrm>
        <a:off x="2555947" y="1513830"/>
        <a:ext cx="1356592" cy="813955"/>
      </dsp:txXfrm>
    </dsp:sp>
    <dsp:sp modelId="{668BEA39-0E59-4931-98F8-CE4CD454D0E8}">
      <dsp:nvSpPr>
        <dsp:cNvPr id="0" name=""/>
        <dsp:cNvSpPr/>
      </dsp:nvSpPr>
      <dsp:spPr>
        <a:xfrm>
          <a:off x="4385350" y="1345254"/>
          <a:ext cx="1918512" cy="1151107"/>
        </a:xfrm>
        <a:prstGeom prst="rect">
          <a:avLst/>
        </a:prstGeom>
        <a:solidFill>
          <a:schemeClr val="accent1">
            <a:alpha val="90000"/>
            <a:hueOff val="0"/>
            <a:satOff val="0"/>
            <a:lumOff val="0"/>
            <a:alphaOff val="-16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0" i="0" kern="1200" baseline="0"/>
            <a:t>Schedule tasks</a:t>
          </a:r>
          <a:endParaRPr lang="en-IN" sz="1400" kern="1200"/>
        </a:p>
      </dsp:txBody>
      <dsp:txXfrm>
        <a:off x="4385350" y="1345254"/>
        <a:ext cx="1918512" cy="1151107"/>
      </dsp:txXfrm>
    </dsp:sp>
    <dsp:sp modelId="{2F8777B2-36C5-4577-B7D0-2889568F9F2E}">
      <dsp:nvSpPr>
        <dsp:cNvPr id="0" name=""/>
        <dsp:cNvSpPr/>
      </dsp:nvSpPr>
      <dsp:spPr>
        <a:xfrm>
          <a:off x="6495714" y="1345254"/>
          <a:ext cx="1918512" cy="1151107"/>
        </a:xfrm>
        <a:prstGeom prst="flowChartConnector">
          <a:avLst/>
        </a:prstGeom>
        <a:solidFill>
          <a:schemeClr val="accent1">
            <a:alpha val="90000"/>
            <a:hueOff val="0"/>
            <a:satOff val="0"/>
            <a:lumOff val="0"/>
            <a:alphaOff val="-18667"/>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0" i="0" kern="1200" baseline="0"/>
            <a:t>Turn devices on or off</a:t>
          </a:r>
          <a:endParaRPr lang="en-IN" sz="1400" kern="1200"/>
        </a:p>
      </dsp:txBody>
      <dsp:txXfrm>
        <a:off x="6776674" y="1513830"/>
        <a:ext cx="1356592" cy="813955"/>
      </dsp:txXfrm>
    </dsp:sp>
    <dsp:sp modelId="{D91AED50-40F5-4D02-9FBA-A894126FEBBC}">
      <dsp:nvSpPr>
        <dsp:cNvPr id="0" name=""/>
        <dsp:cNvSpPr/>
      </dsp:nvSpPr>
      <dsp:spPr>
        <a:xfrm>
          <a:off x="164623" y="2688213"/>
          <a:ext cx="1918512" cy="1151107"/>
        </a:xfrm>
        <a:prstGeom prst="flowChartConnector">
          <a:avLst/>
        </a:prstGeom>
        <a:solidFill>
          <a:schemeClr val="accent1">
            <a:alpha val="90000"/>
            <a:hueOff val="0"/>
            <a:satOff val="0"/>
            <a:lumOff val="0"/>
            <a:alphaOff val="-21333"/>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0" i="0" kern="1200" baseline="0" dirty="0"/>
            <a:t>Check device status from anywhere.</a:t>
          </a:r>
          <a:endParaRPr lang="en-IN" sz="1400" kern="1200" dirty="0"/>
        </a:p>
      </dsp:txBody>
      <dsp:txXfrm>
        <a:off x="445583" y="2856789"/>
        <a:ext cx="1356592" cy="813955"/>
      </dsp:txXfrm>
    </dsp:sp>
    <dsp:sp modelId="{FD10FCE2-85C8-423C-9D46-C95867C051FD}">
      <dsp:nvSpPr>
        <dsp:cNvPr id="0" name=""/>
        <dsp:cNvSpPr/>
      </dsp:nvSpPr>
      <dsp:spPr>
        <a:xfrm>
          <a:off x="2274987" y="2688213"/>
          <a:ext cx="1918512" cy="1151107"/>
        </a:xfrm>
        <a:prstGeom prst="rect">
          <a:avLst/>
        </a:prstGeom>
        <a:solidFill>
          <a:schemeClr val="accent1">
            <a:alpha val="90000"/>
            <a:hueOff val="0"/>
            <a:satOff val="0"/>
            <a:lumOff val="0"/>
            <a:alphaOff val="-24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0" i="0" kern="1200" baseline="0"/>
            <a:t>Smart home devices can learn the user’s daily routine.</a:t>
          </a:r>
          <a:endParaRPr lang="en-IN" sz="1400" kern="1200"/>
        </a:p>
      </dsp:txBody>
      <dsp:txXfrm>
        <a:off x="2274987" y="2688213"/>
        <a:ext cx="1918512" cy="1151107"/>
      </dsp:txXfrm>
    </dsp:sp>
    <dsp:sp modelId="{BBDC5871-D38D-4B63-AE9D-70877AD1CBE0}">
      <dsp:nvSpPr>
        <dsp:cNvPr id="0" name=""/>
        <dsp:cNvSpPr/>
      </dsp:nvSpPr>
      <dsp:spPr>
        <a:xfrm>
          <a:off x="4385350" y="2688213"/>
          <a:ext cx="1918512" cy="1151107"/>
        </a:xfrm>
        <a:prstGeom prst="flowChartConnector">
          <a:avLst/>
        </a:prstGeom>
        <a:solidFill>
          <a:schemeClr val="accent1">
            <a:alpha val="90000"/>
            <a:hueOff val="0"/>
            <a:satOff val="0"/>
            <a:lumOff val="0"/>
            <a:alphaOff val="-26667"/>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0" i="0" kern="1200" baseline="0" dirty="0"/>
            <a:t>They automatically adjust lighting and temperature based on usage.</a:t>
          </a:r>
          <a:endParaRPr lang="en-IN" sz="1400" kern="1200" dirty="0"/>
        </a:p>
      </dsp:txBody>
      <dsp:txXfrm>
        <a:off x="4666310" y="2856789"/>
        <a:ext cx="1356592" cy="813955"/>
      </dsp:txXfrm>
    </dsp:sp>
    <dsp:sp modelId="{62649518-1870-4F18-8A15-9DA8AE357001}">
      <dsp:nvSpPr>
        <dsp:cNvPr id="0" name=""/>
        <dsp:cNvSpPr/>
      </dsp:nvSpPr>
      <dsp:spPr>
        <a:xfrm>
          <a:off x="6495714" y="2688213"/>
          <a:ext cx="1918512" cy="1151107"/>
        </a:xfrm>
        <a:prstGeom prst="rect">
          <a:avLst/>
        </a:prstGeom>
        <a:solidFill>
          <a:schemeClr val="accent1">
            <a:alpha val="90000"/>
            <a:hueOff val="0"/>
            <a:satOff val="0"/>
            <a:lumOff val="0"/>
            <a:alphaOff val="-29333"/>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0" i="0" kern="1200" baseline="0"/>
            <a:t>This helps save energy and reduce electricity bills.</a:t>
          </a:r>
          <a:endParaRPr lang="en-IN" sz="1400" kern="1200"/>
        </a:p>
      </dsp:txBody>
      <dsp:txXfrm>
        <a:off x="6495714" y="2688213"/>
        <a:ext cx="1918512" cy="1151107"/>
      </dsp:txXfrm>
    </dsp:sp>
    <dsp:sp modelId="{19DA7640-BC46-48A2-A968-90293F04D368}">
      <dsp:nvSpPr>
        <dsp:cNvPr id="0" name=""/>
        <dsp:cNvSpPr/>
      </dsp:nvSpPr>
      <dsp:spPr>
        <a:xfrm>
          <a:off x="164623" y="4031172"/>
          <a:ext cx="1918512" cy="1151107"/>
        </a:xfrm>
        <a:prstGeom prst="rect">
          <a:avLst/>
        </a:prstGeom>
        <a:solidFill>
          <a:schemeClr val="accent1">
            <a:alpha val="90000"/>
            <a:hueOff val="0"/>
            <a:satOff val="0"/>
            <a:lumOff val="0"/>
            <a:alphaOff val="-32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0" i="0" kern="1200" baseline="0"/>
            <a:t>Some smart home systems send alerts when motion is detected while the user is away.</a:t>
          </a:r>
          <a:endParaRPr lang="en-IN" sz="1400" kern="1200"/>
        </a:p>
      </dsp:txBody>
      <dsp:txXfrm>
        <a:off x="164623" y="4031172"/>
        <a:ext cx="1918512" cy="1151107"/>
      </dsp:txXfrm>
    </dsp:sp>
    <dsp:sp modelId="{12DA9390-2AB0-4672-B3BE-E65A13485ED5}">
      <dsp:nvSpPr>
        <dsp:cNvPr id="0" name=""/>
        <dsp:cNvSpPr/>
      </dsp:nvSpPr>
      <dsp:spPr>
        <a:xfrm>
          <a:off x="2274987" y="4031172"/>
          <a:ext cx="1918512" cy="1151107"/>
        </a:xfrm>
        <a:prstGeom prst="flowChartConnector">
          <a:avLst/>
        </a:prstGeom>
        <a:solidFill>
          <a:schemeClr val="accent1">
            <a:alpha val="90000"/>
            <a:hueOff val="0"/>
            <a:satOff val="0"/>
            <a:lumOff val="0"/>
            <a:alphaOff val="-34667"/>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0" i="0" kern="1200" baseline="0" dirty="0"/>
            <a:t>Other systems can contact the police or fire department in case of danger.</a:t>
          </a:r>
          <a:endParaRPr lang="en-IN" sz="1400" kern="1200" dirty="0"/>
        </a:p>
      </dsp:txBody>
      <dsp:txXfrm>
        <a:off x="2555947" y="4199748"/>
        <a:ext cx="1356592" cy="813955"/>
      </dsp:txXfrm>
    </dsp:sp>
    <dsp:sp modelId="{0BDBACF4-FE5E-445E-92BC-8DC7D49495AF}">
      <dsp:nvSpPr>
        <dsp:cNvPr id="0" name=""/>
        <dsp:cNvSpPr/>
      </dsp:nvSpPr>
      <dsp:spPr>
        <a:xfrm>
          <a:off x="4385350" y="4031172"/>
          <a:ext cx="1918512" cy="1151107"/>
        </a:xfrm>
        <a:prstGeom prst="rect">
          <a:avLst/>
        </a:prstGeom>
        <a:solidFill>
          <a:schemeClr val="accent1">
            <a:alpha val="90000"/>
            <a:hueOff val="0"/>
            <a:satOff val="0"/>
            <a:lumOff val="0"/>
            <a:alphaOff val="-37333"/>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0" i="0" kern="1200" baseline="0"/>
            <a:t>Smart devices like doorbells, security systems, and appliances are part of IoT.</a:t>
          </a:r>
          <a:endParaRPr lang="en-IN" sz="1400" kern="1200"/>
        </a:p>
      </dsp:txBody>
      <dsp:txXfrm>
        <a:off x="4385350" y="4031172"/>
        <a:ext cx="1918512" cy="1151107"/>
      </dsp:txXfrm>
    </dsp:sp>
    <dsp:sp modelId="{664198A7-AB23-46A6-9AC4-9068C8E0E84B}">
      <dsp:nvSpPr>
        <dsp:cNvPr id="0" name=""/>
        <dsp:cNvSpPr/>
      </dsp:nvSpPr>
      <dsp:spPr>
        <a:xfrm>
          <a:off x="6495714" y="4031172"/>
          <a:ext cx="1918512" cy="1151107"/>
        </a:xfrm>
        <a:prstGeom prst="flowChartConnector">
          <a:avLst/>
        </a:prstGeom>
        <a:solidFill>
          <a:schemeClr val="accent1">
            <a:alpha val="90000"/>
            <a:hueOff val="0"/>
            <a:satOff val="0"/>
            <a:lumOff val="0"/>
            <a:alphaOff val="-4000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0" i="0" kern="1200" baseline="0" dirty="0"/>
            <a:t>IoT </a:t>
          </a:r>
          <a:r>
            <a:rPr lang="en-US" sz="1200" b="0" i="0" kern="1200" baseline="0" dirty="0"/>
            <a:t>connects</a:t>
          </a:r>
          <a:r>
            <a:rPr lang="en-US" sz="1400" b="0" i="0" kern="1200" baseline="0" dirty="0"/>
            <a:t> </a:t>
          </a:r>
          <a:r>
            <a:rPr lang="en-US" sz="1200" b="0" i="0" kern="1200" baseline="0" dirty="0"/>
            <a:t>physical devices that collect and share information through the internet.</a:t>
          </a:r>
          <a:endParaRPr lang="en-IN" sz="1200" kern="1200" dirty="0"/>
        </a:p>
      </dsp:txBody>
      <dsp:txXfrm>
        <a:off x="6776674" y="4199748"/>
        <a:ext cx="1356592" cy="81395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B10031-A94A-46D4-8E09-34286BA82D27}">
      <dsp:nvSpPr>
        <dsp:cNvPr id="0" name=""/>
        <dsp:cNvSpPr/>
      </dsp:nvSpPr>
      <dsp:spPr>
        <a:xfrm>
          <a:off x="290653" y="0"/>
          <a:ext cx="4188439" cy="3722032"/>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86414A-6F50-4129-8E6A-7D6C488CD23D}">
      <dsp:nvSpPr>
        <dsp:cNvPr id="0" name=""/>
        <dsp:cNvSpPr/>
      </dsp:nvSpPr>
      <dsp:spPr>
        <a:xfrm>
          <a:off x="904845" y="353593"/>
          <a:ext cx="1451592" cy="1451592"/>
        </a:xfrm>
        <a:prstGeom prst="roundRect">
          <a:avLst/>
        </a:prstGeom>
        <a:solidFill>
          <a:schemeClr val="accent1">
            <a:shade val="80000"/>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Cloud Service Models</a:t>
          </a:r>
          <a:endParaRPr lang="en-IN" sz="2000" kern="1200" dirty="0"/>
        </a:p>
      </dsp:txBody>
      <dsp:txXfrm>
        <a:off x="975706" y="424454"/>
        <a:ext cx="1309870" cy="1309870"/>
      </dsp:txXfrm>
    </dsp:sp>
    <dsp:sp modelId="{910EFDF9-FA0B-41CD-AEEB-E58D6B82A365}">
      <dsp:nvSpPr>
        <dsp:cNvPr id="0" name=""/>
        <dsp:cNvSpPr/>
      </dsp:nvSpPr>
      <dsp:spPr>
        <a:xfrm>
          <a:off x="2372721" y="313790"/>
          <a:ext cx="1685110" cy="1547223"/>
        </a:xfrm>
        <a:prstGeom prst="flowChartConnector">
          <a:avLst/>
        </a:prstGeom>
        <a:solidFill>
          <a:schemeClr val="accent1">
            <a:shade val="80000"/>
            <a:hueOff val="5105"/>
            <a:satOff val="-3957"/>
            <a:lumOff val="9589"/>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err="1"/>
            <a:t>Infrastruc-ture</a:t>
          </a:r>
          <a:r>
            <a:rPr lang="en-US" sz="1800" kern="1200" dirty="0"/>
            <a:t> as a Service (IaaS)</a:t>
          </a:r>
          <a:endParaRPr lang="en-IN" sz="1800" kern="1200" dirty="0"/>
        </a:p>
      </dsp:txBody>
      <dsp:txXfrm>
        <a:off x="2619500" y="540376"/>
        <a:ext cx="1191552" cy="1094051"/>
      </dsp:txXfrm>
    </dsp:sp>
    <dsp:sp modelId="{DB110BC9-D3D4-415C-A502-00CBE32CAEB0}">
      <dsp:nvSpPr>
        <dsp:cNvPr id="0" name=""/>
        <dsp:cNvSpPr/>
      </dsp:nvSpPr>
      <dsp:spPr>
        <a:xfrm>
          <a:off x="733295" y="1825011"/>
          <a:ext cx="1711427" cy="1615927"/>
        </a:xfrm>
        <a:prstGeom prst="flowChartConnector">
          <a:avLst/>
        </a:prstGeom>
        <a:solidFill>
          <a:schemeClr val="accent1">
            <a:shade val="80000"/>
            <a:hueOff val="10211"/>
            <a:satOff val="-7913"/>
            <a:lumOff val="19178"/>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Platform as a Service (PaaS)</a:t>
          </a:r>
          <a:endParaRPr lang="en-IN" sz="1700" kern="1200" dirty="0"/>
        </a:p>
      </dsp:txBody>
      <dsp:txXfrm>
        <a:off x="983928" y="2061658"/>
        <a:ext cx="1210161" cy="1142633"/>
      </dsp:txXfrm>
    </dsp:sp>
    <dsp:sp modelId="{E5AE890C-D081-401E-9E08-5DCDB74BA8A3}">
      <dsp:nvSpPr>
        <dsp:cNvPr id="0" name=""/>
        <dsp:cNvSpPr/>
      </dsp:nvSpPr>
      <dsp:spPr>
        <a:xfrm>
          <a:off x="2444727" y="1897024"/>
          <a:ext cx="1766181" cy="1672655"/>
        </a:xfrm>
        <a:prstGeom prst="flowChartConnector">
          <a:avLst/>
        </a:prstGeom>
        <a:solidFill>
          <a:schemeClr val="accent1">
            <a:shade val="80000"/>
            <a:hueOff val="15316"/>
            <a:satOff val="-11870"/>
            <a:lumOff val="28767"/>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Software as a Service (SaaS)</a:t>
          </a:r>
          <a:endParaRPr lang="en-IN" sz="1700" kern="1200" dirty="0"/>
        </a:p>
      </dsp:txBody>
      <dsp:txXfrm>
        <a:off x="2703378" y="2141979"/>
        <a:ext cx="1248879" cy="118274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DA0483-59BE-4E38-8885-05901402C39B}">
      <dsp:nvSpPr>
        <dsp:cNvPr id="0" name=""/>
        <dsp:cNvSpPr/>
      </dsp:nvSpPr>
      <dsp:spPr>
        <a:xfrm>
          <a:off x="2092611" y="37220"/>
          <a:ext cx="1935457" cy="1935457"/>
        </a:xfrm>
        <a:prstGeom prst="ellipse">
          <a:avLst/>
        </a:prstGeom>
        <a:solidFill>
          <a:schemeClr val="accent2">
            <a:alpha val="50000"/>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b="1" kern="1200" dirty="0"/>
            <a:t>Three-Layer Architectu</a:t>
          </a:r>
          <a:r>
            <a:rPr lang="en-US" sz="1000" b="1" kern="1200" dirty="0"/>
            <a:t>re</a:t>
          </a:r>
          <a:endParaRPr lang="en-IN" sz="1000" kern="1200" dirty="0"/>
        </a:p>
      </dsp:txBody>
      <dsp:txXfrm>
        <a:off x="2315933" y="297762"/>
        <a:ext cx="1488813" cy="614135"/>
      </dsp:txXfrm>
    </dsp:sp>
    <dsp:sp modelId="{6C99A680-2F2D-4B4A-AAB2-DE080E995EE3}">
      <dsp:nvSpPr>
        <dsp:cNvPr id="0" name=""/>
        <dsp:cNvSpPr/>
      </dsp:nvSpPr>
      <dsp:spPr>
        <a:xfrm>
          <a:off x="2983904" y="893578"/>
          <a:ext cx="1935457" cy="1935457"/>
        </a:xfrm>
        <a:prstGeom prst="ellipse">
          <a:avLst/>
        </a:prstGeom>
        <a:solidFill>
          <a:schemeClr val="accent2">
            <a:alpha val="50000"/>
            <a:hueOff val="2250663"/>
            <a:satOff val="834"/>
            <a:lumOff val="2549"/>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kern="1200" dirty="0"/>
            <a:t>Sensing and </a:t>
          </a:r>
          <a:r>
            <a:rPr lang="en-US" sz="1400" kern="1200" dirty="0" err="1"/>
            <a:t>Actuatig</a:t>
          </a:r>
          <a:r>
            <a:rPr lang="en-US" sz="1400" kern="1200" dirty="0"/>
            <a:t> Layer</a:t>
          </a:r>
          <a:endParaRPr lang="en-IN" sz="1400" kern="1200" dirty="0"/>
        </a:p>
      </dsp:txBody>
      <dsp:txXfrm>
        <a:off x="4026073" y="1116900"/>
        <a:ext cx="744406" cy="1488813"/>
      </dsp:txXfrm>
    </dsp:sp>
    <dsp:sp modelId="{08DDAD77-58BE-42F7-AE94-3D5A6CC906DF}">
      <dsp:nvSpPr>
        <dsp:cNvPr id="0" name=""/>
        <dsp:cNvSpPr/>
      </dsp:nvSpPr>
      <dsp:spPr>
        <a:xfrm>
          <a:off x="2092611" y="1749355"/>
          <a:ext cx="1935457" cy="1935457"/>
        </a:xfrm>
        <a:prstGeom prst="ellipse">
          <a:avLst/>
        </a:prstGeom>
        <a:solidFill>
          <a:schemeClr val="accent2">
            <a:alpha val="50000"/>
            <a:hueOff val="4501327"/>
            <a:satOff val="1667"/>
            <a:lumOff val="5097"/>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US" sz="1600" kern="1200" dirty="0"/>
            <a:t>Network Layer</a:t>
          </a:r>
          <a:endParaRPr lang="en-IN" sz="1600" kern="1200" dirty="0"/>
        </a:p>
      </dsp:txBody>
      <dsp:txXfrm>
        <a:off x="2315933" y="2810134"/>
        <a:ext cx="1488813" cy="614135"/>
      </dsp:txXfrm>
    </dsp:sp>
    <dsp:sp modelId="{42497DCE-C63C-4410-9531-FCE0BD491C1A}">
      <dsp:nvSpPr>
        <dsp:cNvPr id="0" name=""/>
        <dsp:cNvSpPr/>
      </dsp:nvSpPr>
      <dsp:spPr>
        <a:xfrm>
          <a:off x="1236543" y="893287"/>
          <a:ext cx="1935457" cy="1935457"/>
        </a:xfrm>
        <a:prstGeom prst="ellipse">
          <a:avLst/>
        </a:prstGeom>
        <a:solidFill>
          <a:schemeClr val="accent2">
            <a:alpha val="50000"/>
            <a:hueOff val="6751989"/>
            <a:satOff val="2501"/>
            <a:lumOff val="7646"/>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kern="1200" dirty="0"/>
            <a:t>Applicai-on Layer</a:t>
          </a:r>
          <a:endParaRPr lang="en-IN" sz="1400" kern="1200" dirty="0"/>
        </a:p>
      </dsp:txBody>
      <dsp:txXfrm>
        <a:off x="1385425" y="1116609"/>
        <a:ext cx="744406" cy="148881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0C8865-427E-467D-9B7E-40775209B257}">
      <dsp:nvSpPr>
        <dsp:cNvPr id="0" name=""/>
        <dsp:cNvSpPr/>
      </dsp:nvSpPr>
      <dsp:spPr>
        <a:xfrm>
          <a:off x="2811192" y="704"/>
          <a:ext cx="3162591" cy="410159"/>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US" sz="2100" b="1" kern="1200"/>
            <a:t>Smart Home Services</a:t>
          </a:r>
          <a:endParaRPr lang="en-IN" sz="2100" kern="1200"/>
        </a:p>
      </dsp:txBody>
      <dsp:txXfrm>
        <a:off x="2831214" y="20726"/>
        <a:ext cx="3122547" cy="370115"/>
      </dsp:txXfrm>
    </dsp:sp>
    <dsp:sp modelId="{7E72FAE7-59FF-4746-9329-77802AAC45A5}">
      <dsp:nvSpPr>
        <dsp:cNvPr id="0" name=""/>
        <dsp:cNvSpPr/>
      </dsp:nvSpPr>
      <dsp:spPr>
        <a:xfrm>
          <a:off x="2811192" y="431371"/>
          <a:ext cx="3162591" cy="410159"/>
        </a:xfrm>
        <a:prstGeom prst="roundRect">
          <a:avLst/>
        </a:prstGeom>
        <a:solidFill>
          <a:schemeClr val="accent2">
            <a:hueOff val="1350398"/>
            <a:satOff val="500"/>
            <a:lumOff val="1529"/>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US" sz="2100" kern="1200" dirty="0"/>
            <a:t>Security</a:t>
          </a:r>
          <a:endParaRPr lang="en-IN" sz="2100" kern="1200" dirty="0"/>
        </a:p>
      </dsp:txBody>
      <dsp:txXfrm>
        <a:off x="2831214" y="451393"/>
        <a:ext cx="3122547" cy="370115"/>
      </dsp:txXfrm>
    </dsp:sp>
    <dsp:sp modelId="{659A3EFB-081F-4D7C-9E48-E26FE41B997B}">
      <dsp:nvSpPr>
        <dsp:cNvPr id="0" name=""/>
        <dsp:cNvSpPr/>
      </dsp:nvSpPr>
      <dsp:spPr>
        <a:xfrm>
          <a:off x="2811192" y="862038"/>
          <a:ext cx="3162591" cy="410159"/>
        </a:xfrm>
        <a:prstGeom prst="roundRect">
          <a:avLst/>
        </a:prstGeom>
        <a:solidFill>
          <a:schemeClr val="accent2">
            <a:hueOff val="2700796"/>
            <a:satOff val="1000"/>
            <a:lumOff val="3058"/>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US" sz="2100" kern="1200"/>
            <a:t>Healthcare</a:t>
          </a:r>
          <a:endParaRPr lang="en-IN" sz="2100" kern="1200"/>
        </a:p>
      </dsp:txBody>
      <dsp:txXfrm>
        <a:off x="2831214" y="882060"/>
        <a:ext cx="3122547" cy="370115"/>
      </dsp:txXfrm>
    </dsp:sp>
    <dsp:sp modelId="{D77B39F6-570D-4E88-B149-1CBDA2ED4B2F}">
      <dsp:nvSpPr>
        <dsp:cNvPr id="0" name=""/>
        <dsp:cNvSpPr/>
      </dsp:nvSpPr>
      <dsp:spPr>
        <a:xfrm>
          <a:off x="2811192" y="1292705"/>
          <a:ext cx="3162591" cy="410159"/>
        </a:xfrm>
        <a:prstGeom prst="roundRect">
          <a:avLst/>
        </a:prstGeom>
        <a:solidFill>
          <a:schemeClr val="accent2">
            <a:hueOff val="4051194"/>
            <a:satOff val="1501"/>
            <a:lumOff val="4588"/>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US" sz="2100" kern="1200"/>
            <a:t>Video monitoring</a:t>
          </a:r>
          <a:endParaRPr lang="en-IN" sz="2100" kern="1200"/>
        </a:p>
      </dsp:txBody>
      <dsp:txXfrm>
        <a:off x="2831214" y="1312727"/>
        <a:ext cx="3122547" cy="370115"/>
      </dsp:txXfrm>
    </dsp:sp>
    <dsp:sp modelId="{1EDA2793-C6F3-4278-B6A2-656C0F4E0F77}">
      <dsp:nvSpPr>
        <dsp:cNvPr id="0" name=""/>
        <dsp:cNvSpPr/>
      </dsp:nvSpPr>
      <dsp:spPr>
        <a:xfrm>
          <a:off x="2811192" y="1723373"/>
          <a:ext cx="3162591" cy="410159"/>
        </a:xfrm>
        <a:prstGeom prst="roundRect">
          <a:avLst/>
        </a:prstGeom>
        <a:solidFill>
          <a:schemeClr val="accent2">
            <a:hueOff val="5401592"/>
            <a:satOff val="2001"/>
            <a:lumOff val="6117"/>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US" sz="2100" kern="1200"/>
            <a:t>Energy management</a:t>
          </a:r>
          <a:endParaRPr lang="en-IN" sz="2100" kern="1200"/>
        </a:p>
      </dsp:txBody>
      <dsp:txXfrm>
        <a:off x="2831214" y="1743395"/>
        <a:ext cx="3122547" cy="370115"/>
      </dsp:txXfrm>
    </dsp:sp>
    <dsp:sp modelId="{45418A45-6753-415B-A3D2-E5AC4BE30114}">
      <dsp:nvSpPr>
        <dsp:cNvPr id="0" name=""/>
        <dsp:cNvSpPr/>
      </dsp:nvSpPr>
      <dsp:spPr>
        <a:xfrm>
          <a:off x="2811192" y="2154040"/>
          <a:ext cx="3162591" cy="410159"/>
        </a:xfrm>
        <a:prstGeom prst="roundRect">
          <a:avLst/>
        </a:prstGeom>
        <a:solidFill>
          <a:schemeClr val="accent2">
            <a:hueOff val="6751989"/>
            <a:satOff val="2501"/>
            <a:lumOff val="7646"/>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US" sz="2100" kern="1200"/>
            <a:t>Entertainment</a:t>
          </a:r>
          <a:endParaRPr lang="en-IN" sz="2100" kern="1200"/>
        </a:p>
      </dsp:txBody>
      <dsp:txXfrm>
        <a:off x="2831214" y="2174062"/>
        <a:ext cx="3122547" cy="370115"/>
      </dsp:txXfrm>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4.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D25F87C-882B-4F75-A2B3-B322BA5AE9F3}" type="datetimeFigureOut">
              <a:rPr lang="en-IN" smtClean="0"/>
              <a:t>18-01-2026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8432086-7928-448F-9DA6-2D6E95912372}" type="slidenum">
              <a:rPr lang="en-IN" smtClean="0"/>
              <a:t>‹#›</a:t>
            </a:fld>
            <a:endParaRPr lang="en-IN"/>
          </a:p>
        </p:txBody>
      </p:sp>
    </p:spTree>
    <p:extLst>
      <p:ext uri="{BB962C8B-B14F-4D97-AF65-F5344CB8AC3E}">
        <p14:creationId xmlns:p14="http://schemas.microsoft.com/office/powerpoint/2010/main" val="9387443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8432086-7928-448F-9DA6-2D6E95912372}" type="slidenum">
              <a:rPr lang="en-IN" smtClean="0"/>
              <a:t>5</a:t>
            </a:fld>
            <a:endParaRPr lang="en-IN"/>
          </a:p>
        </p:txBody>
      </p:sp>
    </p:spTree>
    <p:extLst>
      <p:ext uri="{BB962C8B-B14F-4D97-AF65-F5344CB8AC3E}">
        <p14:creationId xmlns:p14="http://schemas.microsoft.com/office/powerpoint/2010/main" val="11771317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8432086-7928-448F-9DA6-2D6E95912372}" type="slidenum">
              <a:rPr lang="en-IN" smtClean="0"/>
              <a:t>9</a:t>
            </a:fld>
            <a:endParaRPr lang="en-IN"/>
          </a:p>
        </p:txBody>
      </p:sp>
    </p:spTree>
    <p:extLst>
      <p:ext uri="{BB962C8B-B14F-4D97-AF65-F5344CB8AC3E}">
        <p14:creationId xmlns:p14="http://schemas.microsoft.com/office/powerpoint/2010/main" val="38999401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8432086-7928-448F-9DA6-2D6E95912372}" type="slidenum">
              <a:rPr lang="en-IN" smtClean="0"/>
              <a:t>12</a:t>
            </a:fld>
            <a:endParaRPr lang="en-IN"/>
          </a:p>
        </p:txBody>
      </p:sp>
    </p:spTree>
    <p:extLst>
      <p:ext uri="{BB962C8B-B14F-4D97-AF65-F5344CB8AC3E}">
        <p14:creationId xmlns:p14="http://schemas.microsoft.com/office/powerpoint/2010/main" val="10396228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a:t>Click to edit Master title style</a:t>
            </a:r>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705600" y="4206240"/>
            <a:ext cx="960120" cy="457200"/>
          </a:xfrm>
        </p:spPr>
        <p:txBody>
          <a:bodyPr/>
          <a:lstStyle/>
          <a:p>
            <a:fld id="{CEF73802-DE58-4D62-97C2-526BEB641946}" type="datetimeFigureOut">
              <a:rPr lang="en-IN" smtClean="0"/>
              <a:t>18-01-2026</a:t>
            </a:fld>
            <a:endParaRPr lang="en-IN"/>
          </a:p>
        </p:txBody>
      </p:sp>
      <p:sp>
        <p:nvSpPr>
          <p:cNvPr id="17" name="Footer Placeholder 16"/>
          <p:cNvSpPr>
            <a:spLocks noGrp="1"/>
          </p:cNvSpPr>
          <p:nvPr>
            <p:ph type="ftr" sz="quarter" idx="11"/>
          </p:nvPr>
        </p:nvSpPr>
        <p:spPr>
          <a:xfrm>
            <a:off x="5410200" y="4205288"/>
            <a:ext cx="1295400" cy="457200"/>
          </a:xfrm>
        </p:spPr>
        <p:txBody>
          <a:bodyPr/>
          <a:lstStyle/>
          <a:p>
            <a:endParaRPr lang="en-IN"/>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CD941F5A-6FAE-4EA9-97CD-0214BC657969}"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EF73802-DE58-4D62-97C2-526BEB641946}" type="datetimeFigureOut">
              <a:rPr lang="en-IN" smtClean="0"/>
              <a:t>18-01-2026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941F5A-6FAE-4EA9-97CD-0214BC657969}"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a:t>Click to edit Master title style</a:t>
            </a:r>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CEF73802-DE58-4D62-97C2-526BEB641946}" type="datetimeFigureOut">
              <a:rPr lang="en-IN" smtClean="0"/>
              <a:t>18-01-2026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941F5A-6FAE-4EA9-97CD-0214BC65796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CEF73802-DE58-4D62-97C2-526BEB641946}" type="datetimeFigureOut">
              <a:rPr lang="en-IN" smtClean="0"/>
              <a:t>18-01-2026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D941F5A-6FAE-4EA9-97CD-0214BC657969}"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a:t>Click to edit Master title style</a:t>
            </a:r>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Date Placeholder 25"/>
          <p:cNvSpPr>
            <a:spLocks noGrp="1"/>
          </p:cNvSpPr>
          <p:nvPr>
            <p:ph type="dt" sz="half" idx="10"/>
          </p:nvPr>
        </p:nvSpPr>
        <p:spPr/>
        <p:txBody>
          <a:bodyPr rtlCol="0"/>
          <a:lstStyle/>
          <a:p>
            <a:fld id="{CEF73802-DE58-4D62-97C2-526BEB641946}" type="datetimeFigureOut">
              <a:rPr lang="en-IN" smtClean="0"/>
              <a:t>18-01-2026</a:t>
            </a:fld>
            <a:endParaRPr lang="en-IN"/>
          </a:p>
        </p:txBody>
      </p:sp>
      <p:sp>
        <p:nvSpPr>
          <p:cNvPr id="27" name="Slide Number Placeholder 26"/>
          <p:cNvSpPr>
            <a:spLocks noGrp="1"/>
          </p:cNvSpPr>
          <p:nvPr>
            <p:ph type="sldNum" sz="quarter" idx="11"/>
          </p:nvPr>
        </p:nvSpPr>
        <p:spPr/>
        <p:txBody>
          <a:bodyPr rtlCol="0"/>
          <a:lstStyle/>
          <a:p>
            <a:fld id="{CD941F5A-6FAE-4EA9-97CD-0214BC657969}" type="slidenum">
              <a:rPr lang="en-IN" smtClean="0"/>
              <a:t>‹#›</a:t>
            </a:fld>
            <a:endParaRPr lang="en-IN"/>
          </a:p>
        </p:txBody>
      </p:sp>
      <p:sp>
        <p:nvSpPr>
          <p:cNvPr id="28" name="Footer Placeholder 27"/>
          <p:cNvSpPr>
            <a:spLocks noGrp="1"/>
          </p:cNvSpPr>
          <p:nvPr>
            <p:ph type="ftr" sz="quarter" idx="12"/>
          </p:nvPr>
        </p:nvSpPr>
        <p:spPr/>
        <p:txBody>
          <a:bodyPr rtlCol="0"/>
          <a:lstStyle/>
          <a:p>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a:t>Click to edit Master title style</a:t>
            </a:r>
          </a:p>
        </p:txBody>
      </p:sp>
      <p:sp>
        <p:nvSpPr>
          <p:cNvPr id="3" name="Date Placeholder 2"/>
          <p:cNvSpPr>
            <a:spLocks noGrp="1"/>
          </p:cNvSpPr>
          <p:nvPr>
            <p:ph type="dt" sz="half" idx="10"/>
          </p:nvPr>
        </p:nvSpPr>
        <p:spPr>
          <a:xfrm>
            <a:off x="6583680" y="612648"/>
            <a:ext cx="957264" cy="457200"/>
          </a:xfrm>
        </p:spPr>
        <p:txBody>
          <a:bodyPr/>
          <a:lstStyle/>
          <a:p>
            <a:fld id="{CEF73802-DE58-4D62-97C2-526BEB641946}" type="datetimeFigureOut">
              <a:rPr lang="en-IN" smtClean="0"/>
              <a:t>18-01-2026</a:t>
            </a:fld>
            <a:endParaRPr lang="en-IN"/>
          </a:p>
        </p:txBody>
      </p:sp>
      <p:sp>
        <p:nvSpPr>
          <p:cNvPr id="4" name="Footer Placeholder 3"/>
          <p:cNvSpPr>
            <a:spLocks noGrp="1"/>
          </p:cNvSpPr>
          <p:nvPr>
            <p:ph type="ftr" sz="quarter" idx="11"/>
          </p:nvPr>
        </p:nvSpPr>
        <p:spPr>
          <a:xfrm>
            <a:off x="5257800" y="612648"/>
            <a:ext cx="1325880" cy="457200"/>
          </a:xfrm>
        </p:spPr>
        <p:txBody>
          <a:bodyPr/>
          <a:lstStyle/>
          <a:p>
            <a:endParaRPr lang="en-IN"/>
          </a:p>
        </p:txBody>
      </p:sp>
      <p:sp>
        <p:nvSpPr>
          <p:cNvPr id="5" name="Slide Number Placeholder 4"/>
          <p:cNvSpPr>
            <a:spLocks noGrp="1"/>
          </p:cNvSpPr>
          <p:nvPr>
            <p:ph type="sldNum" sz="quarter" idx="12"/>
          </p:nvPr>
        </p:nvSpPr>
        <p:spPr>
          <a:xfrm>
            <a:off x="8174736" y="2272"/>
            <a:ext cx="762000" cy="365760"/>
          </a:xfrm>
        </p:spPr>
        <p:txBody>
          <a:bodyPr/>
          <a:lstStyle/>
          <a:p>
            <a:fld id="{CD941F5A-6FAE-4EA9-97CD-0214BC657969}"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F73802-DE58-4D62-97C2-526BEB641946}" type="datetimeFigureOut">
              <a:rPr lang="en-IN" smtClean="0"/>
              <a:t>18-01-2026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D941F5A-6FAE-4EA9-97CD-0214BC657969}"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a:t>Click to edit Master title style</a:t>
            </a:r>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CEF73802-DE58-4D62-97C2-526BEB641946}" type="datetimeFigureOut">
              <a:rPr lang="en-IN" smtClean="0"/>
              <a:t>18-01-2026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D941F5A-6FAE-4EA9-97CD-0214BC657969}"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a:t>Click to edit Master title style</a:t>
            </a:r>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CEF73802-DE58-4D62-97C2-526BEB641946}" type="datetimeFigureOut">
              <a:rPr lang="en-IN" smtClean="0"/>
              <a:t>18-01-2026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D941F5A-6FAE-4EA9-97CD-0214BC657969}"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EF73802-DE58-4D62-97C2-526BEB641946}" type="datetimeFigureOut">
              <a:rPr lang="en-IN" smtClean="0"/>
              <a:t>18-01-2026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941F5A-6FAE-4EA9-97CD-0214BC657969}"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EF73802-DE58-4D62-97C2-526BEB641946}" type="datetimeFigureOut">
              <a:rPr lang="en-IN" smtClean="0"/>
              <a:t>18-01-2026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941F5A-6FAE-4EA9-97CD-0214BC657969}"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CEF73802-DE58-4D62-97C2-526BEB641946}" type="datetimeFigureOut">
              <a:rPr lang="en-IN" smtClean="0"/>
              <a:t>18-01-2026</a:t>
            </a:fld>
            <a:endParaRPr lang="en-IN"/>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n-IN"/>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CD941F5A-6FAE-4EA9-97CD-0214BC657969}"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diagramLayout" Target="../diagrams/layout4.xml"/><Relationship Id="rId13" Type="http://schemas.openxmlformats.org/officeDocument/2006/relationships/diagramLayout" Target="../diagrams/layout5.xml"/><Relationship Id="rId3" Type="http://schemas.openxmlformats.org/officeDocument/2006/relationships/diagramLayout" Target="../diagrams/layout3.xml"/><Relationship Id="rId7" Type="http://schemas.openxmlformats.org/officeDocument/2006/relationships/diagramData" Target="../diagrams/data4.xml"/><Relationship Id="rId12" Type="http://schemas.openxmlformats.org/officeDocument/2006/relationships/diagramData" Target="../diagrams/data5.xml"/><Relationship Id="rId2" Type="http://schemas.openxmlformats.org/officeDocument/2006/relationships/diagramData" Target="../diagrams/data3.xml"/><Relationship Id="rId16" Type="http://schemas.microsoft.com/office/2007/relationships/diagramDrawing" Target="../diagrams/drawing5.xml"/><Relationship Id="rId1" Type="http://schemas.openxmlformats.org/officeDocument/2006/relationships/slideLayout" Target="../slideLayouts/slideLayout2.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5" Type="http://schemas.openxmlformats.org/officeDocument/2006/relationships/diagramColors" Target="../diagrams/colors5.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 Id="rId14" Type="http://schemas.openxmlformats.org/officeDocument/2006/relationships/diagramQuickStyle" Target="../diagrams/quickStyl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2348880"/>
            <a:ext cx="7810128" cy="1440159"/>
          </a:xfrm>
        </p:spPr>
        <p:txBody>
          <a:bodyPr/>
          <a:lstStyle/>
          <a:p>
            <a:r>
              <a:rPr lang="en-US" b="1" dirty="0"/>
              <a:t>Internet Of Thing</a:t>
            </a:r>
            <a:endParaRPr lang="en-IN" b="1" dirty="0"/>
          </a:p>
        </p:txBody>
      </p:sp>
      <p:sp>
        <p:nvSpPr>
          <p:cNvPr id="3" name="Subtitle 2"/>
          <p:cNvSpPr>
            <a:spLocks noGrp="1"/>
          </p:cNvSpPr>
          <p:nvPr>
            <p:ph type="subTitle" idx="1"/>
          </p:nvPr>
        </p:nvSpPr>
        <p:spPr>
          <a:xfrm>
            <a:off x="251520" y="3933056"/>
            <a:ext cx="8712968" cy="2664296"/>
          </a:xfrm>
        </p:spPr>
        <p:txBody>
          <a:bodyPr>
            <a:normAutofit/>
          </a:bodyPr>
          <a:lstStyle/>
          <a:p>
            <a:r>
              <a:rPr lang="en-US" sz="3200" b="1" dirty="0"/>
              <a:t>Smart Homes</a:t>
            </a:r>
          </a:p>
          <a:p>
            <a:endParaRPr lang="en-US" sz="1400" dirty="0"/>
          </a:p>
          <a:p>
            <a:endParaRPr lang="en-US" sz="1400" dirty="0"/>
          </a:p>
          <a:p>
            <a:endParaRPr lang="en-US" sz="1400" dirty="0"/>
          </a:p>
          <a:p>
            <a:r>
              <a:rPr lang="en-US" sz="1400" dirty="0"/>
              <a:t> </a:t>
            </a:r>
          </a:p>
          <a:p>
            <a:endParaRPr lang="en-US" sz="1400" dirty="0"/>
          </a:p>
          <a:p>
            <a:r>
              <a:rPr lang="en-US" sz="1400" dirty="0"/>
              <a:t> Name : Swati Vala</a:t>
            </a:r>
          </a:p>
          <a:p>
            <a:r>
              <a:rPr lang="en-US" sz="1400" dirty="0"/>
              <a:t> ID No. : 25IT445</a:t>
            </a:r>
          </a:p>
          <a:p>
            <a:r>
              <a:rPr lang="en-US" sz="1400" dirty="0"/>
              <a:t> Sub. : Web Technology</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5536" y="3068960"/>
            <a:ext cx="576370" cy="57606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22913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692696"/>
            <a:ext cx="8579296" cy="936104"/>
          </a:xfrm>
        </p:spPr>
        <p:txBody>
          <a:bodyPr/>
          <a:lstStyle/>
          <a:p>
            <a:r>
              <a:rPr lang="en-US" dirty="0"/>
              <a:t>Introduction</a:t>
            </a:r>
            <a:endParaRPr lang="en-IN" dirty="0"/>
          </a:p>
        </p:txBody>
      </p:sp>
      <p:sp>
        <p:nvSpPr>
          <p:cNvPr id="3" name="Content Placeholder 2"/>
          <p:cNvSpPr>
            <a:spLocks noGrp="1"/>
          </p:cNvSpPr>
          <p:nvPr>
            <p:ph idx="1"/>
          </p:nvPr>
        </p:nvSpPr>
        <p:spPr>
          <a:xfrm>
            <a:off x="179512" y="1484784"/>
            <a:ext cx="8784976" cy="5089752"/>
          </a:xfrm>
        </p:spPr>
        <p:txBody>
          <a:bodyPr>
            <a:normAutofit lnSpcReduction="10000"/>
          </a:bodyPr>
          <a:lstStyle/>
          <a:p>
            <a:endParaRPr lang="en-US" sz="1600" b="1" dirty="0"/>
          </a:p>
          <a:p>
            <a:r>
              <a:rPr lang="en-US" sz="1500" b="1" dirty="0"/>
              <a:t>IoT  </a:t>
            </a:r>
            <a:endParaRPr lang="en-IN" sz="1500" b="1" dirty="0"/>
          </a:p>
          <a:p>
            <a:r>
              <a:rPr lang="en-IN" sz="1500" dirty="0"/>
              <a:t>The Internet of Things (IoT) refers to a network of interconnected physical objects such as devices, machines, vehicles, or people embedded with sensors, software, and unique identifiers that enable them to collect, exchange, and process data over a network without requiring direct human-to-human or human-to-computer interaction.</a:t>
            </a:r>
            <a:endParaRPr lang="en-IN" sz="1500" b="1" dirty="0"/>
          </a:p>
          <a:p>
            <a:endParaRPr lang="en-IN" sz="1500" b="1" dirty="0"/>
          </a:p>
          <a:p>
            <a:r>
              <a:rPr lang="en-IN" sz="1500" b="1" dirty="0"/>
              <a:t>Definition Of  Smart Homes</a:t>
            </a:r>
          </a:p>
          <a:p>
            <a:r>
              <a:rPr lang="en-IN" sz="1500" dirty="0"/>
              <a:t>A smart home is a house where devices and appliances can be controlled automatically or from far away using the internet. People can control them using a mobile phone or other smart devices.</a:t>
            </a:r>
          </a:p>
          <a:p>
            <a:pPr marL="109728" indent="0">
              <a:buNone/>
            </a:pPr>
            <a:endParaRPr lang="en-IN" sz="1500" dirty="0"/>
          </a:p>
          <a:p>
            <a:r>
              <a:rPr lang="en-IN" sz="1500" b="1" dirty="0"/>
              <a:t>What Is a Smart Home?</a:t>
            </a:r>
          </a:p>
          <a:p>
            <a:r>
              <a:rPr lang="en-IN" sz="1500" dirty="0"/>
              <a:t>A smart home has devices that are connected to the internet. These devices help control things like security, lights, temperature, and appliances. You can manage them anytime and from anywhere using a smartphone. Smart home systems can work with wired or wireless connections.</a:t>
            </a:r>
            <a:endParaRPr lang="en-US" sz="1500" dirty="0"/>
          </a:p>
          <a:p>
            <a:r>
              <a:rPr lang="en-US" sz="1500" dirty="0"/>
              <a:t>Core Idea :</a:t>
            </a:r>
          </a:p>
          <a:p>
            <a:r>
              <a:rPr lang="en-IN" sz="1500" dirty="0"/>
              <a:t>Smart homes use IoT technology to automate and control household devices, enhancing comfort, security, energy efficiency, and convenience for a better living experience.</a:t>
            </a:r>
            <a:endParaRPr lang="en-US" sz="1500" dirty="0"/>
          </a:p>
          <a:p>
            <a:endParaRPr lang="en-US" sz="1500" dirty="0"/>
          </a:p>
          <a:p>
            <a:pPr marL="1207008" lvl="4" indent="0">
              <a:buNone/>
            </a:pPr>
            <a:endParaRPr lang="en-US" sz="1500" dirty="0"/>
          </a:p>
          <a:p>
            <a:pPr lvl="7"/>
            <a:endParaRPr lang="en-US" sz="100" dirty="0"/>
          </a:p>
          <a:p>
            <a:pPr marL="1847088" lvl="7" indent="0" algn="r">
              <a:buNone/>
            </a:pPr>
            <a:r>
              <a:rPr lang="en-US" sz="100" dirty="0"/>
              <a:t>					</a:t>
            </a:r>
            <a:r>
              <a:rPr lang="en-US" sz="1100" dirty="0"/>
              <a:t>    By ADAM HAYES</a:t>
            </a:r>
          </a:p>
        </p:txBody>
      </p:sp>
    </p:spTree>
    <p:extLst>
      <p:ext uri="{BB962C8B-B14F-4D97-AF65-F5344CB8AC3E}">
        <p14:creationId xmlns:p14="http://schemas.microsoft.com/office/powerpoint/2010/main" val="39213633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836712"/>
            <a:ext cx="8579296" cy="1224136"/>
          </a:xfrm>
        </p:spPr>
        <p:txBody>
          <a:bodyPr>
            <a:normAutofit/>
          </a:bodyPr>
          <a:lstStyle/>
          <a:p>
            <a:r>
              <a:rPr lang="en-US" sz="2800" dirty="0"/>
              <a:t>Key Components of Smart Home System</a:t>
            </a:r>
            <a:endParaRPr lang="en-IN" sz="2800" dirty="0"/>
          </a:p>
        </p:txBody>
      </p:sp>
      <p:sp>
        <p:nvSpPr>
          <p:cNvPr id="22" name="Rectangle 21"/>
          <p:cNvSpPr/>
          <p:nvPr/>
        </p:nvSpPr>
        <p:spPr>
          <a:xfrm>
            <a:off x="182379" y="1772816"/>
            <a:ext cx="4572000" cy="3970318"/>
          </a:xfrm>
          <a:prstGeom prst="rect">
            <a:avLst/>
          </a:prstGeom>
        </p:spPr>
        <p:txBody>
          <a:bodyPr>
            <a:spAutoFit/>
          </a:bodyPr>
          <a:lstStyle/>
          <a:p>
            <a:pPr marL="342900" indent="-342900" algn="just">
              <a:buAutoNum type="arabicPeriod"/>
            </a:pPr>
            <a:endParaRPr lang="en-IN" sz="1400" dirty="0"/>
          </a:p>
          <a:p>
            <a:pPr marL="342900" indent="-342900" algn="just">
              <a:buAutoNum type="arabicPeriod"/>
            </a:pPr>
            <a:r>
              <a:rPr lang="en-IN" sz="1400" dirty="0"/>
              <a:t>Environment</a:t>
            </a:r>
          </a:p>
          <a:p>
            <a:pPr algn="just"/>
            <a:r>
              <a:rPr lang="en-IN" sz="1400" dirty="0"/>
              <a:t>The environment includes everything around the smart home, such as people, vehicles, rooms, lights, temperature, and doors. Changes in the environment are detected by sensors, and actions are taken to control it.</a:t>
            </a:r>
          </a:p>
          <a:p>
            <a:pPr marL="342900" indent="-342900" algn="just">
              <a:buAutoNum type="arabicPeriod"/>
            </a:pPr>
            <a:endParaRPr lang="en-IN" sz="1400" dirty="0"/>
          </a:p>
          <a:p>
            <a:pPr marL="342900" indent="-342900" algn="just">
              <a:buAutoNum type="arabicPeriod" startAt="2"/>
            </a:pPr>
            <a:r>
              <a:rPr lang="en-IN" sz="1400" dirty="0"/>
              <a:t>SensorsSensors</a:t>
            </a:r>
          </a:p>
          <a:p>
            <a:pPr algn="just"/>
            <a:r>
              <a:rPr lang="en-IN" sz="1400" dirty="0"/>
              <a:t>Collect information from the environment. They detect things like motion, temperature, light, smoke, or gas. This data is sent to the microcontroller for processing.</a:t>
            </a:r>
          </a:p>
          <a:p>
            <a:pPr marL="342900" indent="-342900" algn="just">
              <a:buAutoNum type="arabicPeriod"/>
            </a:pPr>
            <a:endParaRPr lang="en-IN" sz="1400" dirty="0"/>
          </a:p>
          <a:p>
            <a:pPr marL="342900" indent="-342900" algn="just">
              <a:buAutoNum type="arabicPeriod" startAt="3"/>
            </a:pPr>
            <a:r>
              <a:rPr lang="en-IN" sz="1400" dirty="0"/>
              <a:t>Microcontrollers</a:t>
            </a:r>
          </a:p>
          <a:p>
            <a:pPr algn="just"/>
            <a:r>
              <a:rPr lang="en-IN" sz="1400" dirty="0"/>
              <a:t>Microcontrollers act as the brain of the system. They receive data from sensors, make decisions, and send commands to actuators. Examples include Arduino or ESP boards.</a:t>
            </a:r>
          </a:p>
        </p:txBody>
      </p:sp>
      <p:pic>
        <p:nvPicPr>
          <p:cNvPr id="23" name="Picture 2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16016" y="1772816"/>
            <a:ext cx="4427984" cy="4536503"/>
          </a:xfrm>
          <a:prstGeom prst="rect">
            <a:avLst/>
          </a:prstGeom>
        </p:spPr>
      </p:pic>
    </p:spTree>
    <p:extLst>
      <p:ext uri="{BB962C8B-B14F-4D97-AF65-F5344CB8AC3E}">
        <p14:creationId xmlns:p14="http://schemas.microsoft.com/office/powerpoint/2010/main" val="10570935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264824" y="699307"/>
            <a:ext cx="8568952" cy="6124754"/>
          </a:xfrm>
          <a:prstGeom prst="rect">
            <a:avLst/>
          </a:prstGeom>
        </p:spPr>
        <p:txBody>
          <a:bodyPr wrap="square">
            <a:spAutoFit/>
          </a:bodyPr>
          <a:lstStyle/>
          <a:p>
            <a:r>
              <a:rPr lang="en-IN" sz="1400" dirty="0"/>
              <a:t>4.    Actuators</a:t>
            </a:r>
          </a:p>
          <a:p>
            <a:r>
              <a:rPr lang="en-IN" sz="1400" dirty="0"/>
              <a:t>Actuators perform actions based on commands from the microcontroller. They control devices such as lights, fans, doors, motors, and alarms by turning them ON or OFF or adjusting their movement.</a:t>
            </a:r>
          </a:p>
          <a:p>
            <a:endParaRPr lang="en-IN" sz="1400" dirty="0"/>
          </a:p>
          <a:p>
            <a:r>
              <a:rPr lang="en-IN" sz="1400" dirty="0"/>
              <a:t>5.    Interfaces</a:t>
            </a:r>
          </a:p>
          <a:p>
            <a:r>
              <a:rPr lang="en-IN" sz="1400" dirty="0"/>
              <a:t>Interfaces allow users to interact with the smart home. These include mobile phones, computers, tablets, and displays. Users can monitor and control devices through apps or dashboards.</a:t>
            </a:r>
          </a:p>
          <a:p>
            <a:endParaRPr lang="en-IN" sz="1400" dirty="0"/>
          </a:p>
          <a:p>
            <a:r>
              <a:rPr lang="en-IN" sz="1400" dirty="0"/>
              <a:t>6.    Users</a:t>
            </a:r>
          </a:p>
          <a:p>
            <a:r>
              <a:rPr lang="en-IN" sz="1400" dirty="0"/>
              <a:t>Users are the people who use and control the smart home system. They send commands and receive updates using interfaces like smartphones or computers.</a:t>
            </a:r>
          </a:p>
          <a:p>
            <a:endParaRPr lang="en-IN" sz="1400" dirty="0"/>
          </a:p>
          <a:p>
            <a:r>
              <a:rPr lang="en-IN" sz="1400" dirty="0"/>
              <a:t>7.    Internet</a:t>
            </a:r>
          </a:p>
          <a:p>
            <a:r>
              <a:rPr lang="en-IN" sz="1400" dirty="0"/>
              <a:t>The internet connects all smart home devices and allows remote control and monitoring. It helps devices communicate with users and online services from anywhere.</a:t>
            </a:r>
          </a:p>
          <a:p>
            <a:endParaRPr lang="en-US" sz="1400" dirty="0"/>
          </a:p>
          <a:p>
            <a:r>
              <a:rPr lang="en-IN" sz="1400" dirty="0"/>
              <a:t>8.    Data Management &amp; Data Repositories</a:t>
            </a:r>
          </a:p>
          <a:p>
            <a:r>
              <a:rPr lang="en-IN" sz="1400" dirty="0"/>
              <a:t>These store data collected from sensors, such as temperature history or security logs. Stored data helps in analysis, automation, and decision-making.</a:t>
            </a:r>
          </a:p>
          <a:p>
            <a:endParaRPr lang="en-IN" sz="1400" dirty="0"/>
          </a:p>
          <a:p>
            <a:r>
              <a:rPr lang="en-IN" sz="1400" dirty="0"/>
              <a:t>9.    Communication Interfaces</a:t>
            </a:r>
          </a:p>
          <a:p>
            <a:r>
              <a:rPr lang="en-IN" sz="1400" dirty="0"/>
              <a:t>These manage how data is transferred between devices, servers, and users. They ensure </a:t>
            </a:r>
            <a:r>
              <a:rPr lang="en-IN" sz="1400" b="1" dirty="0"/>
              <a:t>smooth and </a:t>
            </a:r>
            <a:r>
              <a:rPr lang="en-IN" sz="1400" dirty="0"/>
              <a:t>secure communication within the system.</a:t>
            </a:r>
          </a:p>
          <a:p>
            <a:endParaRPr lang="en-IN" sz="1400" dirty="0"/>
          </a:p>
          <a:p>
            <a:r>
              <a:rPr lang="en-IN" sz="1400" dirty="0"/>
              <a:t>10.    Web Applications</a:t>
            </a:r>
          </a:p>
          <a:p>
            <a:r>
              <a:rPr lang="en-IN" sz="1400" dirty="0"/>
              <a:t>Web applications allow users to access and control the smart home through a </a:t>
            </a:r>
            <a:r>
              <a:rPr lang="en-IN" sz="1400" b="1" dirty="0"/>
              <a:t>web browser</a:t>
            </a:r>
            <a:r>
              <a:rPr lang="en-IN" sz="1400" dirty="0"/>
              <a:t>. They provide dashboards, settings, and real-time status updates.</a:t>
            </a:r>
          </a:p>
          <a:p>
            <a:pPr algn="r"/>
            <a:r>
              <a:rPr lang="en-US" sz="1400" dirty="0"/>
              <a:t>							</a:t>
            </a:r>
            <a:r>
              <a:rPr lang="en-US" sz="1000" dirty="0"/>
              <a:t>By easybom</a:t>
            </a:r>
            <a:endParaRPr lang="en-IN" sz="1000" dirty="0"/>
          </a:p>
        </p:txBody>
      </p:sp>
    </p:spTree>
    <p:extLst>
      <p:ext uri="{BB962C8B-B14F-4D97-AF65-F5344CB8AC3E}">
        <p14:creationId xmlns:p14="http://schemas.microsoft.com/office/powerpoint/2010/main" val="9839246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692696"/>
            <a:ext cx="8579296" cy="936104"/>
          </a:xfrm>
        </p:spPr>
        <p:txBody>
          <a:bodyPr>
            <a:normAutofit/>
          </a:bodyPr>
          <a:lstStyle/>
          <a:p>
            <a:r>
              <a:rPr lang="en-IN" sz="3200" dirty="0"/>
              <a:t>Core Application Areas</a:t>
            </a:r>
          </a:p>
        </p:txBody>
      </p:sp>
      <p:sp>
        <p:nvSpPr>
          <p:cNvPr id="3" name="Content Placeholder 2"/>
          <p:cNvSpPr>
            <a:spLocks noGrp="1"/>
          </p:cNvSpPr>
          <p:nvPr>
            <p:ph idx="1"/>
          </p:nvPr>
        </p:nvSpPr>
        <p:spPr>
          <a:xfrm>
            <a:off x="107504" y="1412776"/>
            <a:ext cx="8928992" cy="5328592"/>
          </a:xfrm>
        </p:spPr>
        <p:txBody>
          <a:bodyPr>
            <a:normAutofit fontScale="92500"/>
          </a:bodyPr>
          <a:lstStyle/>
          <a:p>
            <a:endParaRPr lang="en-US" sz="1400" dirty="0"/>
          </a:p>
          <a:p>
            <a:r>
              <a:rPr lang="en-US" sz="1500" dirty="0"/>
              <a:t>There are many uses of IoT in smart homes that help people all over the world. Some common examples are:</a:t>
            </a:r>
          </a:p>
          <a:p>
            <a:endParaRPr lang="en-US" sz="1500" dirty="0"/>
          </a:p>
          <a:p>
            <a:r>
              <a:rPr lang="en-US" sz="1500" b="1" dirty="0"/>
              <a:t>1. Smart Lighting</a:t>
            </a:r>
            <a:br>
              <a:rPr lang="en-US" sz="1500" dirty="0"/>
            </a:br>
            <a:r>
              <a:rPr lang="en-US" sz="1500" dirty="0"/>
              <a:t>Lights turn on or off automatically when someone enters or leaves a room, or depending on sunlight.</a:t>
            </a:r>
            <a:br>
              <a:rPr lang="en-US" sz="1500" dirty="0"/>
            </a:br>
            <a:r>
              <a:rPr lang="en-US" sz="1500" dirty="0"/>
              <a:t>They can be controlled by time schedules or voice commands.</a:t>
            </a:r>
            <a:br>
              <a:rPr lang="en-US" sz="1500" dirty="0"/>
            </a:br>
            <a:r>
              <a:rPr lang="en-US" sz="1500" dirty="0"/>
              <a:t>This helps save electricity and makes the home look better.</a:t>
            </a:r>
          </a:p>
          <a:p>
            <a:endParaRPr lang="en-US" sz="1500" dirty="0"/>
          </a:p>
          <a:p>
            <a:r>
              <a:rPr lang="en-US" sz="1500" b="1" dirty="0"/>
              <a:t>2. Smart Thermostats</a:t>
            </a:r>
            <a:br>
              <a:rPr lang="en-US" sz="1500" dirty="0"/>
            </a:br>
            <a:r>
              <a:rPr lang="en-US" sz="1500" dirty="0"/>
              <a:t>These devices change the room temperature automatically based on weather and usage.</a:t>
            </a:r>
            <a:br>
              <a:rPr lang="en-US" sz="1500" dirty="0"/>
            </a:br>
            <a:r>
              <a:rPr lang="en-US" sz="1500" dirty="0"/>
              <a:t>They help reduce electricity and gas bills.</a:t>
            </a:r>
            <a:br>
              <a:rPr lang="en-US" sz="1500" dirty="0"/>
            </a:br>
            <a:r>
              <a:rPr lang="en-US" sz="1500" dirty="0"/>
              <a:t>You can control them from anywhere using a phone.</a:t>
            </a:r>
          </a:p>
          <a:p>
            <a:endParaRPr lang="en-US" sz="1500" dirty="0"/>
          </a:p>
          <a:p>
            <a:r>
              <a:rPr lang="en-US" sz="1500" b="1" dirty="0"/>
              <a:t>3. Home Security Systems</a:t>
            </a:r>
            <a:br>
              <a:rPr lang="en-US" sz="1500" dirty="0"/>
            </a:br>
            <a:r>
              <a:rPr lang="en-US" sz="1500" dirty="0"/>
              <a:t>These include door and window sensors, smart locks, alarms, and cameras.</a:t>
            </a:r>
            <a:br>
              <a:rPr lang="en-US" sz="1500" dirty="0"/>
            </a:br>
            <a:r>
              <a:rPr lang="en-US" sz="1500" dirty="0"/>
              <a:t>You can lock or unlock doors and watch your home remotely.</a:t>
            </a:r>
            <a:br>
              <a:rPr lang="en-US" sz="1500" dirty="0"/>
            </a:br>
            <a:r>
              <a:rPr lang="en-US" sz="1500" dirty="0"/>
              <a:t>They send alerts if there is any suspicious activity.</a:t>
            </a:r>
          </a:p>
          <a:p>
            <a:endParaRPr lang="en-US" sz="1500" dirty="0"/>
          </a:p>
          <a:p>
            <a:r>
              <a:rPr lang="en-US" sz="1500" b="1" dirty="0"/>
              <a:t>4. Smart Kitchen and Appliances</a:t>
            </a:r>
            <a:br>
              <a:rPr lang="en-US" sz="1500" dirty="0"/>
            </a:br>
            <a:r>
              <a:rPr lang="en-US" sz="1500" dirty="0"/>
              <a:t>Appliances like ovens, refrigerators, and dishwashers become smart.</a:t>
            </a:r>
            <a:br>
              <a:rPr lang="en-US" sz="1500" dirty="0"/>
            </a:br>
            <a:r>
              <a:rPr lang="en-US" sz="1500" dirty="0"/>
              <a:t>They inform you when food is ready or when items are running out.</a:t>
            </a:r>
            <a:br>
              <a:rPr lang="en-US" sz="1500" dirty="0"/>
            </a:br>
            <a:r>
              <a:rPr lang="en-US" sz="1500" dirty="0"/>
              <a:t>They can also connect with recipes and calendars.</a:t>
            </a:r>
          </a:p>
        </p:txBody>
      </p:sp>
    </p:spTree>
    <p:extLst>
      <p:ext uri="{BB962C8B-B14F-4D97-AF65-F5344CB8AC3E}">
        <p14:creationId xmlns:p14="http://schemas.microsoft.com/office/powerpoint/2010/main" val="20609595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04346C-7DC9-BA50-87C2-E7C56DFED850}"/>
              </a:ext>
            </a:extLst>
          </p:cNvPr>
          <p:cNvSpPr>
            <a:spLocks noGrp="1"/>
          </p:cNvSpPr>
          <p:nvPr>
            <p:ph idx="1"/>
          </p:nvPr>
        </p:nvSpPr>
        <p:spPr>
          <a:xfrm>
            <a:off x="107504" y="692696"/>
            <a:ext cx="8784976" cy="6048672"/>
          </a:xfrm>
        </p:spPr>
        <p:txBody>
          <a:bodyPr>
            <a:normAutofit/>
          </a:bodyPr>
          <a:lstStyle/>
          <a:p>
            <a:endParaRPr lang="en-US" sz="1400" b="1" dirty="0"/>
          </a:p>
          <a:p>
            <a:endParaRPr lang="en-US" sz="1400" b="1" dirty="0"/>
          </a:p>
          <a:p>
            <a:r>
              <a:rPr lang="en-US" sz="1400" b="1" dirty="0"/>
              <a:t>5. Smart Entertainment Systems</a:t>
            </a:r>
          </a:p>
          <a:p>
            <a:r>
              <a:rPr lang="en-US" sz="1400" dirty="0"/>
              <a:t>You can control TVs, speakers, and</a:t>
            </a:r>
          </a:p>
          <a:p>
            <a:pPr marL="109728" indent="0">
              <a:buNone/>
            </a:pPr>
            <a:r>
              <a:rPr lang="en-US" sz="1400" dirty="0"/>
              <a:t>       gaming systems from one place.</a:t>
            </a:r>
          </a:p>
          <a:p>
            <a:r>
              <a:rPr lang="en-US" sz="1400" dirty="0"/>
              <a:t>They allow automatic streaming, </a:t>
            </a:r>
          </a:p>
          <a:p>
            <a:pPr marL="109728" indent="0">
              <a:buNone/>
            </a:pPr>
            <a:r>
              <a:rPr lang="en-US" sz="1400" dirty="0"/>
              <a:t>       custom music lists, and voice control.</a:t>
            </a:r>
          </a:p>
          <a:p>
            <a:endParaRPr lang="en-US" sz="1400" dirty="0"/>
          </a:p>
          <a:p>
            <a:r>
              <a:rPr lang="en-US" sz="1400" b="1" dirty="0"/>
              <a:t>6. Health and Wellness Monitoring</a:t>
            </a:r>
          </a:p>
          <a:p>
            <a:r>
              <a:rPr lang="en-US" sz="1400" dirty="0"/>
              <a:t>Devices track sleep, air quality,</a:t>
            </a:r>
          </a:p>
          <a:p>
            <a:pPr marL="109728" indent="0">
              <a:buNone/>
            </a:pPr>
            <a:r>
              <a:rPr lang="en-US" sz="1400" dirty="0"/>
              <a:t>      and noise levels.</a:t>
            </a:r>
          </a:p>
          <a:p>
            <a:r>
              <a:rPr lang="en-US" sz="1400" dirty="0"/>
              <a:t>They are very helpful for elderly </a:t>
            </a:r>
          </a:p>
          <a:p>
            <a:pPr marL="109728" indent="0">
              <a:buNone/>
            </a:pPr>
            <a:r>
              <a:rPr lang="en-US" sz="1400" dirty="0"/>
              <a:t>       people and those with special</a:t>
            </a:r>
          </a:p>
          <a:p>
            <a:pPr marL="109728" indent="0">
              <a:buNone/>
            </a:pPr>
            <a:r>
              <a:rPr lang="en-US" sz="1400" dirty="0"/>
              <a:t>       needs.</a:t>
            </a:r>
          </a:p>
          <a:p>
            <a:endParaRPr lang="en-IN" sz="1400" dirty="0"/>
          </a:p>
          <a:p>
            <a:endParaRPr lang="en-IN" sz="1400" dirty="0"/>
          </a:p>
          <a:p>
            <a:endParaRPr lang="en-IN" sz="1400" dirty="0"/>
          </a:p>
        </p:txBody>
      </p:sp>
      <p:pic>
        <p:nvPicPr>
          <p:cNvPr id="5" name="Picture 4">
            <a:extLst>
              <a:ext uri="{FF2B5EF4-FFF2-40B4-BE49-F238E27FC236}">
                <a16:creationId xmlns:a16="http://schemas.microsoft.com/office/drawing/2014/main" id="{392C1A07-3C6C-C20D-74F9-4F938EA98AB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92733" y="800708"/>
            <a:ext cx="5112568" cy="5832648"/>
          </a:xfrm>
          <a:prstGeom prst="rect">
            <a:avLst/>
          </a:prstGeom>
        </p:spPr>
      </p:pic>
    </p:spTree>
    <p:extLst>
      <p:ext uri="{BB962C8B-B14F-4D97-AF65-F5344CB8AC3E}">
        <p14:creationId xmlns:p14="http://schemas.microsoft.com/office/powerpoint/2010/main" val="3253713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Diagram 7">
            <a:extLst>
              <a:ext uri="{FF2B5EF4-FFF2-40B4-BE49-F238E27FC236}">
                <a16:creationId xmlns:a16="http://schemas.microsoft.com/office/drawing/2014/main" id="{4A2FC1D3-3037-A54B-76E1-335ED99DB890}"/>
              </a:ext>
            </a:extLst>
          </p:cNvPr>
          <p:cNvGraphicFramePr/>
          <p:nvPr>
            <p:extLst>
              <p:ext uri="{D42A27DB-BD31-4B8C-83A1-F6EECF244321}">
                <p14:modId xmlns:p14="http://schemas.microsoft.com/office/powerpoint/2010/main" val="4221770699"/>
              </p:ext>
            </p:extLst>
          </p:nvPr>
        </p:nvGraphicFramePr>
        <p:xfrm>
          <a:off x="457200" y="548680"/>
          <a:ext cx="8229600" cy="8640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Content Placeholder 6">
            <a:extLst>
              <a:ext uri="{FF2B5EF4-FFF2-40B4-BE49-F238E27FC236}">
                <a16:creationId xmlns:a16="http://schemas.microsoft.com/office/drawing/2014/main" id="{EE09F74A-F349-12AD-F35C-2FEC62042A20}"/>
              </a:ext>
            </a:extLst>
          </p:cNvPr>
          <p:cNvGraphicFramePr>
            <a:graphicFrameLocks noGrp="1"/>
          </p:cNvGraphicFramePr>
          <p:nvPr>
            <p:ph idx="1"/>
            <p:extLst>
              <p:ext uri="{D42A27DB-BD31-4B8C-83A1-F6EECF244321}">
                <p14:modId xmlns:p14="http://schemas.microsoft.com/office/powerpoint/2010/main" val="1865609406"/>
              </p:ext>
            </p:extLst>
          </p:nvPr>
        </p:nvGraphicFramePr>
        <p:xfrm>
          <a:off x="282575" y="1412776"/>
          <a:ext cx="8578850" cy="518457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814494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4B3DA-4FC9-4497-F341-11689F369C62}"/>
              </a:ext>
            </a:extLst>
          </p:cNvPr>
          <p:cNvSpPr>
            <a:spLocks noGrp="1"/>
          </p:cNvSpPr>
          <p:nvPr>
            <p:ph type="title"/>
          </p:nvPr>
        </p:nvSpPr>
        <p:spPr>
          <a:xfrm>
            <a:off x="179513" y="836712"/>
            <a:ext cx="8507287" cy="1080120"/>
          </a:xfrm>
        </p:spPr>
        <p:txBody>
          <a:bodyPr>
            <a:normAutofit/>
          </a:bodyPr>
          <a:lstStyle/>
          <a:p>
            <a:r>
              <a:rPr lang="en-US" sz="3200" dirty="0"/>
              <a:t>Home Automation Technology</a:t>
            </a:r>
            <a:endParaRPr lang="en-IN" sz="3200" dirty="0"/>
          </a:p>
        </p:txBody>
      </p:sp>
      <p:sp>
        <p:nvSpPr>
          <p:cNvPr id="3" name="Content Placeholder 2">
            <a:extLst>
              <a:ext uri="{FF2B5EF4-FFF2-40B4-BE49-F238E27FC236}">
                <a16:creationId xmlns:a16="http://schemas.microsoft.com/office/drawing/2014/main" id="{3F81DB2A-CF06-D798-2FAB-60C64C34A4FA}"/>
              </a:ext>
            </a:extLst>
          </p:cNvPr>
          <p:cNvSpPr>
            <a:spLocks noGrp="1"/>
          </p:cNvSpPr>
          <p:nvPr>
            <p:ph idx="1"/>
          </p:nvPr>
        </p:nvSpPr>
        <p:spPr>
          <a:xfrm>
            <a:off x="107504" y="1885172"/>
            <a:ext cx="8856983" cy="4712180"/>
          </a:xfrm>
        </p:spPr>
        <p:txBody>
          <a:bodyPr>
            <a:normAutofit/>
          </a:bodyPr>
          <a:lstStyle/>
          <a:p>
            <a:pPr algn="just"/>
            <a:r>
              <a:rPr lang="en-US" sz="1600" dirty="0"/>
              <a:t>Home automation means using smart technology to control and manage home devices automatically. It helps make daily life easier, more comfortable, and more energy-efficient. With home automation, people can control lights, thermostats, security cameras, and kitchen appliances from anywhere using a smartphone or by giving voice commands.</a:t>
            </a:r>
          </a:p>
          <a:p>
            <a:pPr algn="just"/>
            <a:endParaRPr lang="en-US" sz="1600" dirty="0"/>
          </a:p>
          <a:p>
            <a:pPr algn="just"/>
            <a:r>
              <a:rPr lang="en-US" sz="1600" dirty="0"/>
              <a:t>These systems allow users to set schedules, monitor their homes remotely, and automatically respond to changes like temperature or lighting conditions. This creates a smooth and easy way to use technology in everyday life.</a:t>
            </a:r>
          </a:p>
          <a:p>
            <a:pPr algn="just"/>
            <a:endParaRPr lang="en-US" sz="1600" dirty="0"/>
          </a:p>
          <a:p>
            <a:pPr algn="just"/>
            <a:r>
              <a:rPr lang="en-US" sz="1600" dirty="0"/>
              <a:t>In recent years, wireless technologies such as Wi-Fi and Bluetooth have become very common in homes. In home automation, wireless systems offer many benefits compared to wired networks, such as easy installation, flexibility, and better connectivity.</a:t>
            </a:r>
          </a:p>
          <a:p>
            <a:pPr marL="1207008" lvl="4" indent="0" algn="r">
              <a:buNone/>
            </a:pPr>
            <a:endParaRPr lang="en-IN" sz="1600" dirty="0"/>
          </a:p>
          <a:p>
            <a:pPr marL="1207008" lvl="4" indent="0" algn="r">
              <a:buNone/>
            </a:pPr>
            <a:endParaRPr lang="en-IN" sz="1000" dirty="0"/>
          </a:p>
          <a:p>
            <a:pPr marL="1207008" lvl="4" indent="0" algn="r">
              <a:buNone/>
            </a:pPr>
            <a:endParaRPr lang="en-IN" sz="1000" dirty="0"/>
          </a:p>
          <a:p>
            <a:pPr marL="1207008" lvl="4" indent="0" algn="r">
              <a:buNone/>
            </a:pPr>
            <a:endParaRPr lang="en-IN" sz="1000" dirty="0"/>
          </a:p>
          <a:p>
            <a:pPr marL="1207008" lvl="4" indent="0" algn="r">
              <a:buNone/>
            </a:pPr>
            <a:endParaRPr lang="en-IN" sz="1000" dirty="0"/>
          </a:p>
          <a:p>
            <a:pPr marL="1207008" lvl="4" indent="0" algn="r">
              <a:buNone/>
            </a:pPr>
            <a:endParaRPr lang="en-IN" sz="1000" dirty="0"/>
          </a:p>
          <a:p>
            <a:pPr marL="1207008" lvl="4" indent="0" algn="r">
              <a:buNone/>
            </a:pPr>
            <a:r>
              <a:rPr lang="en-IN" sz="1000" dirty="0"/>
              <a:t> By GeeksforGeeks</a:t>
            </a:r>
          </a:p>
        </p:txBody>
      </p:sp>
    </p:spTree>
    <p:extLst>
      <p:ext uri="{BB962C8B-B14F-4D97-AF65-F5344CB8AC3E}">
        <p14:creationId xmlns:p14="http://schemas.microsoft.com/office/powerpoint/2010/main" val="18451202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F6F46-8AB9-B95B-A3EA-51461921BCBC}"/>
              </a:ext>
            </a:extLst>
          </p:cNvPr>
          <p:cNvSpPr>
            <a:spLocks noGrp="1"/>
          </p:cNvSpPr>
          <p:nvPr>
            <p:ph type="title"/>
          </p:nvPr>
        </p:nvSpPr>
        <p:spPr>
          <a:xfrm>
            <a:off x="107504" y="584684"/>
            <a:ext cx="8579296" cy="972108"/>
          </a:xfrm>
        </p:spPr>
        <p:txBody>
          <a:bodyPr>
            <a:noAutofit/>
          </a:bodyPr>
          <a:lstStyle/>
          <a:p>
            <a:r>
              <a:rPr lang="en-US" sz="3200" dirty="0"/>
              <a:t>Architecture Overview</a:t>
            </a:r>
            <a:br>
              <a:rPr lang="en-IN" sz="3200" dirty="0"/>
            </a:br>
            <a:endParaRPr lang="en-IN" sz="3200" dirty="0"/>
          </a:p>
        </p:txBody>
      </p:sp>
      <p:sp>
        <p:nvSpPr>
          <p:cNvPr id="3" name="Content Placeholder 2">
            <a:extLst>
              <a:ext uri="{FF2B5EF4-FFF2-40B4-BE49-F238E27FC236}">
                <a16:creationId xmlns:a16="http://schemas.microsoft.com/office/drawing/2014/main" id="{22E990D4-5D77-E4B6-4C26-5985640788D6}"/>
              </a:ext>
            </a:extLst>
          </p:cNvPr>
          <p:cNvSpPr>
            <a:spLocks noGrp="1"/>
          </p:cNvSpPr>
          <p:nvPr>
            <p:ph idx="1"/>
          </p:nvPr>
        </p:nvSpPr>
        <p:spPr>
          <a:xfrm>
            <a:off x="107504" y="980728"/>
            <a:ext cx="8928992" cy="5760640"/>
          </a:xfrm>
        </p:spPr>
        <p:txBody>
          <a:bodyPr>
            <a:normAutofit/>
          </a:bodyPr>
          <a:lstStyle/>
          <a:p>
            <a:endParaRPr lang="en-US" sz="1400" b="1" dirty="0"/>
          </a:p>
          <a:p>
            <a:r>
              <a:rPr lang="en-US" sz="1600" b="1" dirty="0"/>
              <a:t>Smart Home and IoT System</a:t>
            </a:r>
          </a:p>
          <a:p>
            <a:r>
              <a:rPr lang="en-US" sz="1600" dirty="0"/>
              <a:t>Devices connected through a local network</a:t>
            </a:r>
          </a:p>
          <a:p>
            <a:r>
              <a:rPr lang="en-US" sz="1600" dirty="0"/>
              <a:t>Uses Wi-Fi, Bluetooth, ZigBee, or other wireless technologies</a:t>
            </a:r>
          </a:p>
          <a:p>
            <a:r>
              <a:rPr lang="en-US" sz="1600" dirty="0"/>
              <a:t>Sensors and appliances share data</a:t>
            </a:r>
          </a:p>
          <a:p>
            <a:r>
              <a:rPr lang="en-US" sz="1600" dirty="0"/>
              <a:t>Server controls devices and stores data</a:t>
            </a:r>
          </a:p>
          <a:p>
            <a:r>
              <a:rPr lang="en-US" sz="1600" dirty="0"/>
              <a:t>Cloud used for remote processing and control</a:t>
            </a:r>
          </a:p>
          <a:p>
            <a:r>
              <a:rPr lang="en-US" sz="1600" dirty="0"/>
              <a:t>Users can monitor and control devices remotely</a:t>
            </a:r>
          </a:p>
          <a:p>
            <a:r>
              <a:rPr lang="en-US" sz="1600" dirty="0"/>
              <a:t>Supports automatic operation and management</a:t>
            </a:r>
          </a:p>
          <a:p>
            <a:pPr marL="109728" indent="0">
              <a:buNone/>
            </a:pPr>
            <a:br>
              <a:rPr lang="en-US" sz="1400" dirty="0"/>
            </a:br>
            <a:endParaRPr lang="en-US" sz="1400" dirty="0"/>
          </a:p>
          <a:p>
            <a:r>
              <a:rPr lang="en-US" sz="1600" b="1" dirty="0"/>
              <a:t>Five-Layer Smart Home Architecture</a:t>
            </a:r>
          </a:p>
          <a:p>
            <a:r>
              <a:rPr lang="en-US" sz="1600" b="1" dirty="0"/>
              <a:t>Resource Layer</a:t>
            </a:r>
            <a:r>
              <a:rPr lang="en-US" sz="1600" dirty="0"/>
              <a:t> – sensors and smart appliances</a:t>
            </a:r>
          </a:p>
          <a:p>
            <a:r>
              <a:rPr lang="en-US" sz="1600" b="1" dirty="0"/>
              <a:t>Interface Layer</a:t>
            </a:r>
            <a:r>
              <a:rPr lang="en-US" sz="1600" dirty="0"/>
              <a:t> – device communication</a:t>
            </a:r>
          </a:p>
          <a:p>
            <a:r>
              <a:rPr lang="en-US" sz="1600" b="1" dirty="0"/>
              <a:t>Agent Layer</a:t>
            </a:r>
            <a:r>
              <a:rPr lang="en-US" sz="1600" dirty="0"/>
              <a:t> – data processing and coordination</a:t>
            </a:r>
          </a:p>
          <a:p>
            <a:r>
              <a:rPr lang="en-US" sz="1600" b="1" dirty="0"/>
              <a:t>Kernel Layer</a:t>
            </a:r>
            <a:r>
              <a:rPr lang="en-US" sz="1600" dirty="0"/>
              <a:t> – system control and management</a:t>
            </a:r>
          </a:p>
          <a:p>
            <a:r>
              <a:rPr lang="en-US" sz="1600" b="1" dirty="0"/>
              <a:t>User Application Layer</a:t>
            </a:r>
            <a:r>
              <a:rPr lang="en-US" sz="1600" dirty="0"/>
              <a:t> – mobile apps, web apps, APIs</a:t>
            </a:r>
          </a:p>
          <a:p>
            <a:pPr marL="109728" indent="0">
              <a:buNone/>
            </a:pPr>
            <a:br>
              <a:rPr lang="en-US" sz="1600" dirty="0"/>
            </a:br>
            <a:endParaRPr lang="en-US" sz="1600" dirty="0"/>
          </a:p>
          <a:p>
            <a:pPr marL="109728" indent="0">
              <a:buNone/>
            </a:pPr>
            <a:endParaRPr lang="en-IN" sz="1400" dirty="0"/>
          </a:p>
        </p:txBody>
      </p:sp>
    </p:spTree>
    <p:extLst>
      <p:ext uri="{BB962C8B-B14F-4D97-AF65-F5344CB8AC3E}">
        <p14:creationId xmlns:p14="http://schemas.microsoft.com/office/powerpoint/2010/main" val="31885347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ontent Placeholder 9">
            <a:extLst>
              <a:ext uri="{FF2B5EF4-FFF2-40B4-BE49-F238E27FC236}">
                <a16:creationId xmlns:a16="http://schemas.microsoft.com/office/drawing/2014/main" id="{D14168F5-E86B-DE0B-8296-0BEE140E44ED}"/>
              </a:ext>
            </a:extLst>
          </p:cNvPr>
          <p:cNvGraphicFramePr>
            <a:graphicFrameLocks noGrp="1"/>
          </p:cNvGraphicFramePr>
          <p:nvPr>
            <p:ph idx="1"/>
            <p:extLst>
              <p:ext uri="{D42A27DB-BD31-4B8C-83A1-F6EECF244321}">
                <p14:modId xmlns:p14="http://schemas.microsoft.com/office/powerpoint/2010/main" val="3612486356"/>
              </p:ext>
            </p:extLst>
          </p:nvPr>
        </p:nvGraphicFramePr>
        <p:xfrm>
          <a:off x="-176980" y="667884"/>
          <a:ext cx="4824536" cy="37220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3" name="Diagram 12">
            <a:extLst>
              <a:ext uri="{FF2B5EF4-FFF2-40B4-BE49-F238E27FC236}">
                <a16:creationId xmlns:a16="http://schemas.microsoft.com/office/drawing/2014/main" id="{93CC551C-3D14-9AFC-6020-E39BDBBA2D33}"/>
              </a:ext>
            </a:extLst>
          </p:cNvPr>
          <p:cNvGraphicFramePr/>
          <p:nvPr>
            <p:extLst>
              <p:ext uri="{D42A27DB-BD31-4B8C-83A1-F6EECF244321}">
                <p14:modId xmlns:p14="http://schemas.microsoft.com/office/powerpoint/2010/main" val="2941779408"/>
              </p:ext>
            </p:extLst>
          </p:nvPr>
        </p:nvGraphicFramePr>
        <p:xfrm>
          <a:off x="3635896" y="764704"/>
          <a:ext cx="6120680" cy="372203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16" name="Diagram 15">
            <a:extLst>
              <a:ext uri="{FF2B5EF4-FFF2-40B4-BE49-F238E27FC236}">
                <a16:creationId xmlns:a16="http://schemas.microsoft.com/office/drawing/2014/main" id="{F2704A75-57FC-8898-BA4F-F50F63778205}"/>
              </a:ext>
            </a:extLst>
          </p:cNvPr>
          <p:cNvGraphicFramePr/>
          <p:nvPr>
            <p:extLst>
              <p:ext uri="{D42A27DB-BD31-4B8C-83A1-F6EECF244321}">
                <p14:modId xmlns:p14="http://schemas.microsoft.com/office/powerpoint/2010/main" val="2281166662"/>
              </p:ext>
            </p:extLst>
          </p:nvPr>
        </p:nvGraphicFramePr>
        <p:xfrm>
          <a:off x="107504" y="4293096"/>
          <a:ext cx="8784976" cy="2564904"/>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482922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0EB54-E026-2245-AB15-50EEC99160C3}"/>
              </a:ext>
            </a:extLst>
          </p:cNvPr>
          <p:cNvSpPr>
            <a:spLocks noGrp="1"/>
          </p:cNvSpPr>
          <p:nvPr>
            <p:ph type="title"/>
          </p:nvPr>
        </p:nvSpPr>
        <p:spPr>
          <a:xfrm>
            <a:off x="251520" y="980728"/>
            <a:ext cx="8435280" cy="1224136"/>
          </a:xfrm>
        </p:spPr>
        <p:txBody>
          <a:bodyPr>
            <a:normAutofit fontScale="90000"/>
          </a:bodyPr>
          <a:lstStyle/>
          <a:p>
            <a:r>
              <a:rPr lang="en-US" sz="3600" b="1" dirty="0"/>
              <a:t>Benefits of Smart Homes</a:t>
            </a:r>
            <a:br>
              <a:rPr lang="en-US" b="1" dirty="0"/>
            </a:br>
            <a:endParaRPr lang="en-IN" dirty="0"/>
          </a:p>
        </p:txBody>
      </p:sp>
      <p:sp>
        <p:nvSpPr>
          <p:cNvPr id="3" name="Content Placeholder 2">
            <a:extLst>
              <a:ext uri="{FF2B5EF4-FFF2-40B4-BE49-F238E27FC236}">
                <a16:creationId xmlns:a16="http://schemas.microsoft.com/office/drawing/2014/main" id="{1001BDB4-F9F8-A11C-C3B6-6DA8E3967395}"/>
              </a:ext>
            </a:extLst>
          </p:cNvPr>
          <p:cNvSpPr>
            <a:spLocks noGrp="1"/>
          </p:cNvSpPr>
          <p:nvPr>
            <p:ph idx="1"/>
          </p:nvPr>
        </p:nvSpPr>
        <p:spPr>
          <a:xfrm>
            <a:off x="107504" y="1916832"/>
            <a:ext cx="8928992" cy="4536504"/>
          </a:xfrm>
        </p:spPr>
        <p:txBody>
          <a:bodyPr>
            <a:normAutofit/>
          </a:bodyPr>
          <a:lstStyle/>
          <a:p>
            <a:r>
              <a:rPr lang="en-US" sz="1600" dirty="0"/>
              <a:t>Smart homes provide many useful benefits that make daily life easier and more comfortable.</a:t>
            </a:r>
          </a:p>
          <a:p>
            <a:pPr marL="109728" indent="0">
              <a:buNone/>
            </a:pPr>
            <a:endParaRPr lang="en-US" sz="1600" dirty="0"/>
          </a:p>
          <a:p>
            <a:r>
              <a:rPr lang="en-US" sz="1600" dirty="0"/>
              <a:t>They offer </a:t>
            </a:r>
            <a:r>
              <a:rPr lang="en-US" sz="1600" b="1" dirty="0"/>
              <a:t>convenience and automation</a:t>
            </a:r>
            <a:r>
              <a:rPr lang="en-US" sz="1600" dirty="0"/>
              <a:t>, where everyday tasks like changing room temperature or closing doors can happen automatically and can be controlled from anywhere.</a:t>
            </a:r>
          </a:p>
          <a:p>
            <a:pPr marL="109728" indent="0">
              <a:buNone/>
            </a:pPr>
            <a:endParaRPr lang="en-US" sz="1600" dirty="0"/>
          </a:p>
          <a:p>
            <a:r>
              <a:rPr lang="en-US" sz="1600" dirty="0"/>
              <a:t>They help with </a:t>
            </a:r>
            <a:r>
              <a:rPr lang="en-US" sz="1600" b="1" dirty="0"/>
              <a:t>saving energy</a:t>
            </a:r>
            <a:r>
              <a:rPr lang="en-US" sz="1600" dirty="0"/>
              <a:t>. Smart lights and thermostats reduce wasted electricity, which lowers electricity bills and is better for the environment.</a:t>
            </a:r>
          </a:p>
          <a:p>
            <a:pPr marL="109728" indent="0">
              <a:buNone/>
            </a:pPr>
            <a:endParaRPr lang="en-US" sz="1600" dirty="0"/>
          </a:p>
          <a:p>
            <a:r>
              <a:rPr lang="en-US" sz="1600" dirty="0"/>
              <a:t>They improve </a:t>
            </a:r>
            <a:r>
              <a:rPr lang="en-US" sz="1600" b="1" dirty="0"/>
              <a:t>home security</a:t>
            </a:r>
            <a:r>
              <a:rPr lang="en-US" sz="1600" dirty="0"/>
              <a:t>. Features like motion sensors and live camera monitoring help homeowners feel safer and more relaxed.</a:t>
            </a:r>
          </a:p>
          <a:p>
            <a:pPr marL="109728" indent="0">
              <a:buNone/>
            </a:pPr>
            <a:endParaRPr lang="en-US" sz="1600" dirty="0"/>
          </a:p>
          <a:p>
            <a:r>
              <a:rPr lang="en-US" sz="1600" dirty="0"/>
              <a:t>They also improve </a:t>
            </a:r>
            <a:r>
              <a:rPr lang="en-US" sz="1600" b="1" dirty="0"/>
              <a:t>accessibility</a:t>
            </a:r>
            <a:r>
              <a:rPr lang="en-US" sz="1600" dirty="0"/>
              <a:t>. For elderly people or those with disabilities, smart homes make daily tasks easier using voice commands and customized settings.</a:t>
            </a:r>
          </a:p>
        </p:txBody>
      </p:sp>
    </p:spTree>
    <p:extLst>
      <p:ext uri="{BB962C8B-B14F-4D97-AF65-F5344CB8AC3E}">
        <p14:creationId xmlns:p14="http://schemas.microsoft.com/office/powerpoint/2010/main" val="5571167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E2267-1283-C66A-7345-74621EF671E3}"/>
              </a:ext>
            </a:extLst>
          </p:cNvPr>
          <p:cNvSpPr>
            <a:spLocks noGrp="1"/>
          </p:cNvSpPr>
          <p:nvPr>
            <p:ph type="title"/>
          </p:nvPr>
        </p:nvSpPr>
        <p:spPr>
          <a:xfrm>
            <a:off x="251520" y="692696"/>
            <a:ext cx="8435280" cy="1152128"/>
          </a:xfrm>
        </p:spPr>
        <p:txBody>
          <a:bodyPr>
            <a:normAutofit/>
          </a:bodyPr>
          <a:lstStyle/>
          <a:p>
            <a:r>
              <a:rPr lang="en-IN" sz="3200" b="1" dirty="0"/>
              <a:t>Risks and Challenges</a:t>
            </a:r>
            <a:endParaRPr lang="en-IN" sz="3200" dirty="0"/>
          </a:p>
        </p:txBody>
      </p:sp>
      <p:sp>
        <p:nvSpPr>
          <p:cNvPr id="3" name="Content Placeholder 2">
            <a:extLst>
              <a:ext uri="{FF2B5EF4-FFF2-40B4-BE49-F238E27FC236}">
                <a16:creationId xmlns:a16="http://schemas.microsoft.com/office/drawing/2014/main" id="{16100E0F-8F9E-5C0B-D95A-676C033F7872}"/>
              </a:ext>
            </a:extLst>
          </p:cNvPr>
          <p:cNvSpPr>
            <a:spLocks noGrp="1"/>
          </p:cNvSpPr>
          <p:nvPr>
            <p:ph idx="1"/>
          </p:nvPr>
        </p:nvSpPr>
        <p:spPr>
          <a:xfrm>
            <a:off x="107504" y="1844824"/>
            <a:ext cx="8928992" cy="5013176"/>
          </a:xfrm>
        </p:spPr>
        <p:txBody>
          <a:bodyPr>
            <a:normAutofit/>
          </a:bodyPr>
          <a:lstStyle/>
          <a:p>
            <a:r>
              <a:rPr lang="en-US" sz="1600" dirty="0"/>
              <a:t>Even though smart homes have many advantages, they also have some problems that homeowners need to think about.</a:t>
            </a:r>
          </a:p>
          <a:p>
            <a:pPr marL="109728" indent="0">
              <a:buNone/>
            </a:pPr>
            <a:endParaRPr lang="en-US" sz="1600" dirty="0"/>
          </a:p>
          <a:p>
            <a:r>
              <a:rPr lang="en-US" sz="1600" dirty="0"/>
              <a:t>There are </a:t>
            </a:r>
            <a:r>
              <a:rPr lang="en-US" sz="1600" b="1" dirty="0"/>
              <a:t>privacy and security risks</a:t>
            </a:r>
            <a:r>
              <a:rPr lang="en-US" sz="1600" dirty="0"/>
              <a:t>. Since devices are connected to the internet, they can be hacked, and personal data may be stolen.</a:t>
            </a:r>
          </a:p>
          <a:p>
            <a:pPr marL="109728" indent="0">
              <a:buNone/>
            </a:pPr>
            <a:endParaRPr lang="en-US" sz="1600" dirty="0"/>
          </a:p>
          <a:p>
            <a:r>
              <a:rPr lang="en-US" sz="1600" dirty="0"/>
              <a:t>There is also </a:t>
            </a:r>
            <a:r>
              <a:rPr lang="en-US" sz="1600" b="1" dirty="0"/>
              <a:t>too much dependence on technology</a:t>
            </a:r>
            <a:r>
              <a:rPr lang="en-US" sz="1600" dirty="0"/>
              <a:t>. Relying heavily on smart systems can reduce family interaction and basic problem-solving skills.</a:t>
            </a:r>
          </a:p>
          <a:p>
            <a:pPr marL="109728" indent="0">
              <a:buNone/>
            </a:pPr>
            <a:endParaRPr lang="en-US" sz="1600" dirty="0"/>
          </a:p>
          <a:p>
            <a:r>
              <a:rPr lang="en-US" sz="1600" b="1" dirty="0"/>
              <a:t>Cost is another issue</a:t>
            </a:r>
            <a:r>
              <a:rPr lang="en-US" sz="1600" dirty="0"/>
              <a:t>. Buying and setting up smart devices can be expensive, which may not be affordable for low-income families.</a:t>
            </a:r>
          </a:p>
          <a:p>
            <a:pPr marL="109728" indent="0">
              <a:buNone/>
            </a:pPr>
            <a:endParaRPr lang="en-US" sz="1600" dirty="0"/>
          </a:p>
          <a:p>
            <a:r>
              <a:rPr lang="en-US" sz="1600" dirty="0"/>
              <a:t>Lastly, there are </a:t>
            </a:r>
            <a:r>
              <a:rPr lang="en-US" sz="1600" b="1" dirty="0"/>
              <a:t>compatibility problems</a:t>
            </a:r>
            <a:r>
              <a:rPr lang="en-US" sz="1600" dirty="0"/>
              <a:t>. Devices from different companies may not work well together, which can make using the system confusing and frustrating.</a:t>
            </a:r>
          </a:p>
          <a:p>
            <a:endParaRPr lang="en-IN" sz="2000" dirty="0"/>
          </a:p>
        </p:txBody>
      </p:sp>
    </p:spTree>
    <p:extLst>
      <p:ext uri="{BB962C8B-B14F-4D97-AF65-F5344CB8AC3E}">
        <p14:creationId xmlns:p14="http://schemas.microsoft.com/office/powerpoint/2010/main" val="5724095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BBD7F-1D25-6165-E873-75388E359076}"/>
              </a:ext>
            </a:extLst>
          </p:cNvPr>
          <p:cNvSpPr>
            <a:spLocks noGrp="1"/>
          </p:cNvSpPr>
          <p:nvPr>
            <p:ph type="title"/>
          </p:nvPr>
        </p:nvSpPr>
        <p:spPr>
          <a:xfrm>
            <a:off x="107504" y="764704"/>
            <a:ext cx="8579296" cy="1080120"/>
          </a:xfrm>
        </p:spPr>
        <p:txBody>
          <a:bodyPr>
            <a:normAutofit/>
          </a:bodyPr>
          <a:lstStyle/>
          <a:p>
            <a:r>
              <a:rPr lang="en-IN" sz="3200" b="1" dirty="0"/>
              <a:t>Trends Shaping the Future</a:t>
            </a:r>
            <a:endParaRPr lang="en-IN" sz="3200" dirty="0"/>
          </a:p>
        </p:txBody>
      </p:sp>
      <p:sp>
        <p:nvSpPr>
          <p:cNvPr id="3" name="Content Placeholder 2">
            <a:extLst>
              <a:ext uri="{FF2B5EF4-FFF2-40B4-BE49-F238E27FC236}">
                <a16:creationId xmlns:a16="http://schemas.microsoft.com/office/drawing/2014/main" id="{191B3B55-FBFC-2D66-48EC-1BDBE8D32EA8}"/>
              </a:ext>
            </a:extLst>
          </p:cNvPr>
          <p:cNvSpPr>
            <a:spLocks noGrp="1"/>
          </p:cNvSpPr>
          <p:nvPr>
            <p:ph idx="1"/>
          </p:nvPr>
        </p:nvSpPr>
        <p:spPr>
          <a:xfrm>
            <a:off x="107504" y="1844824"/>
            <a:ext cx="8856984" cy="4824536"/>
          </a:xfrm>
        </p:spPr>
        <p:txBody>
          <a:bodyPr>
            <a:normAutofit/>
          </a:bodyPr>
          <a:lstStyle/>
          <a:p>
            <a:r>
              <a:rPr lang="en-US" sz="1600" dirty="0"/>
              <a:t>New trends show how smart homes will keep improving in the future.</a:t>
            </a:r>
          </a:p>
          <a:p>
            <a:pPr marL="109728" indent="0">
              <a:buNone/>
            </a:pPr>
            <a:endParaRPr lang="en-US" sz="1600" dirty="0"/>
          </a:p>
          <a:p>
            <a:r>
              <a:rPr lang="en-US" sz="1600" b="1" dirty="0"/>
              <a:t>AI assistants</a:t>
            </a:r>
            <a:r>
              <a:rPr lang="en-US" sz="1600" dirty="0"/>
              <a:t> are becoming more common. Smart homes can understand user habits and even predict needs using artificial intelligence.</a:t>
            </a:r>
          </a:p>
          <a:p>
            <a:pPr marL="109728" indent="0">
              <a:buNone/>
            </a:pPr>
            <a:endParaRPr lang="en-US" sz="1600" dirty="0"/>
          </a:p>
          <a:p>
            <a:r>
              <a:rPr lang="en-US" sz="1600" b="1" dirty="0"/>
              <a:t>Eco-friendly and sustainable design</a:t>
            </a:r>
            <a:r>
              <a:rPr lang="en-US" sz="1600" dirty="0"/>
              <a:t> is gaining importance. Devices that track air quality, energy use, and water consumption help protect the environment.</a:t>
            </a:r>
          </a:p>
          <a:p>
            <a:pPr marL="109728" indent="0">
              <a:buNone/>
            </a:pPr>
            <a:endParaRPr lang="en-US" sz="1600" dirty="0"/>
          </a:p>
          <a:p>
            <a:r>
              <a:rPr lang="en-US" sz="1600" b="1" dirty="0"/>
              <a:t>5G and edge computing</a:t>
            </a:r>
            <a:r>
              <a:rPr lang="en-US" sz="1600" dirty="0"/>
              <a:t> will make smart homes faster and more reliable by improving internet speed and device performance.</a:t>
            </a:r>
          </a:p>
          <a:p>
            <a:pPr marL="109728" indent="0">
              <a:buNone/>
            </a:pPr>
            <a:endParaRPr lang="en-US" sz="1600" dirty="0"/>
          </a:p>
          <a:p>
            <a:r>
              <a:rPr lang="en-US" sz="1600" dirty="0"/>
              <a:t>Finally, </a:t>
            </a:r>
            <a:r>
              <a:rPr lang="en-US" sz="1600" b="1" dirty="0"/>
              <a:t>better privacy control</a:t>
            </a:r>
            <a:r>
              <a:rPr lang="en-US" sz="1600" dirty="0"/>
              <a:t> is being developed. Homeowners want more control over their data, using secure systems and storing data locally instead of online.</a:t>
            </a:r>
          </a:p>
          <a:p>
            <a:endParaRPr lang="en-IN" sz="1600" dirty="0"/>
          </a:p>
        </p:txBody>
      </p:sp>
    </p:spTree>
    <p:extLst>
      <p:ext uri="{BB962C8B-B14F-4D97-AF65-F5344CB8AC3E}">
        <p14:creationId xmlns:p14="http://schemas.microsoft.com/office/powerpoint/2010/main" val="36715022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AEB60-8332-42F0-617D-774495AA933A}"/>
              </a:ext>
            </a:extLst>
          </p:cNvPr>
          <p:cNvSpPr>
            <a:spLocks noGrp="1"/>
          </p:cNvSpPr>
          <p:nvPr>
            <p:ph type="title"/>
          </p:nvPr>
        </p:nvSpPr>
        <p:spPr>
          <a:xfrm>
            <a:off x="179512" y="548680"/>
            <a:ext cx="8507288" cy="1152128"/>
          </a:xfrm>
        </p:spPr>
        <p:txBody>
          <a:bodyPr>
            <a:normAutofit/>
          </a:bodyPr>
          <a:lstStyle/>
          <a:p>
            <a:r>
              <a:rPr lang="en-IN" sz="3200" b="1" dirty="0"/>
              <a:t>Conclusion</a:t>
            </a:r>
            <a:endParaRPr lang="en-IN" sz="3200" dirty="0"/>
          </a:p>
        </p:txBody>
      </p:sp>
      <p:sp>
        <p:nvSpPr>
          <p:cNvPr id="3" name="Content Placeholder 2">
            <a:extLst>
              <a:ext uri="{FF2B5EF4-FFF2-40B4-BE49-F238E27FC236}">
                <a16:creationId xmlns:a16="http://schemas.microsoft.com/office/drawing/2014/main" id="{D783B15C-33C7-F490-700B-EDDEA32D33AE}"/>
              </a:ext>
            </a:extLst>
          </p:cNvPr>
          <p:cNvSpPr>
            <a:spLocks noGrp="1"/>
          </p:cNvSpPr>
          <p:nvPr>
            <p:ph idx="1"/>
          </p:nvPr>
        </p:nvSpPr>
        <p:spPr>
          <a:xfrm>
            <a:off x="107504" y="1628800"/>
            <a:ext cx="8856984" cy="5040560"/>
          </a:xfrm>
        </p:spPr>
        <p:txBody>
          <a:bodyPr>
            <a:normAutofit/>
          </a:bodyPr>
          <a:lstStyle/>
          <a:p>
            <a:r>
              <a:rPr lang="en-US" sz="1600" dirty="0"/>
              <a:t>Smart homes are more than just new technology. They are changing how we live and how we use our personal space. While they offer comfort, safety, and help the environment, it is important to protect privacy and ensure fair access for everyone.</a:t>
            </a:r>
          </a:p>
          <a:p>
            <a:endParaRPr lang="en-US" sz="1600" dirty="0"/>
          </a:p>
          <a:p>
            <a:r>
              <a:rPr lang="en-US" sz="1600" dirty="0"/>
              <a:t>The main goal should be to create homes that improve our lives without harming our values. For developers, policymakers, and users, the future of smart homes needs careful design and strong ethical responsibility.</a:t>
            </a:r>
          </a:p>
          <a:p>
            <a:pPr fontAlgn="base"/>
            <a:endParaRPr lang="en-IN" sz="1600" dirty="0"/>
          </a:p>
          <a:p>
            <a:pPr fontAlgn="base"/>
            <a:endParaRPr lang="en-IN" sz="1600" dirty="0"/>
          </a:p>
          <a:p>
            <a:pPr fontAlgn="base"/>
            <a:endParaRPr lang="en-IN" sz="1600" dirty="0"/>
          </a:p>
          <a:p>
            <a:pPr fontAlgn="base"/>
            <a:endParaRPr lang="en-IN" sz="1800" dirty="0"/>
          </a:p>
          <a:p>
            <a:pPr marL="109728" indent="0" algn="r" fontAlgn="base">
              <a:buNone/>
            </a:pPr>
            <a:endParaRPr lang="en-IN" sz="1800" dirty="0"/>
          </a:p>
          <a:p>
            <a:pPr marL="109728" indent="0" algn="r" fontAlgn="base">
              <a:buNone/>
            </a:pPr>
            <a:endParaRPr lang="en-IN" sz="1800" dirty="0"/>
          </a:p>
          <a:p>
            <a:pPr marL="109728" indent="0" algn="r" fontAlgn="base">
              <a:buNone/>
            </a:pPr>
            <a:endParaRPr lang="en-IN" sz="1800" dirty="0"/>
          </a:p>
          <a:p>
            <a:pPr marL="109728" indent="0" algn="r" fontAlgn="base">
              <a:buNone/>
            </a:pPr>
            <a:r>
              <a:rPr lang="en-IN" sz="1200" dirty="0"/>
              <a:t>By</a:t>
            </a:r>
            <a:r>
              <a:rPr lang="en-IN" dirty="0"/>
              <a:t> </a:t>
            </a:r>
            <a:r>
              <a:rPr lang="en-IN" sz="1200" dirty="0"/>
              <a:t>Chiara Veri</a:t>
            </a:r>
            <a:br>
              <a:rPr lang="en-IN" sz="1200" dirty="0"/>
            </a:br>
            <a:endParaRPr lang="en-US" sz="1200" dirty="0"/>
          </a:p>
        </p:txBody>
      </p:sp>
    </p:spTree>
    <p:extLst>
      <p:ext uri="{BB962C8B-B14F-4D97-AF65-F5344CB8AC3E}">
        <p14:creationId xmlns:p14="http://schemas.microsoft.com/office/powerpoint/2010/main" val="22315424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A53A2DCA-90CF-BA81-1AC2-945286DC080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9512" y="692696"/>
            <a:ext cx="8784975" cy="604867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6F3204E-E25A-A6F9-1FEE-334FC84C0BFE}"/>
              </a:ext>
            </a:extLst>
          </p:cNvPr>
          <p:cNvSpPr txBox="1"/>
          <p:nvPr/>
        </p:nvSpPr>
        <p:spPr>
          <a:xfrm>
            <a:off x="7596336" y="3163034"/>
            <a:ext cx="360040" cy="1107996"/>
          </a:xfrm>
          <a:prstGeom prst="rect">
            <a:avLst/>
          </a:prstGeom>
          <a:noFill/>
        </p:spPr>
        <p:txBody>
          <a:bodyPr wrap="square" rtlCol="0">
            <a:spAutoFit/>
          </a:bodyPr>
          <a:lstStyle/>
          <a:p>
            <a:r>
              <a:rPr lang="en-US" sz="6600" dirty="0">
                <a:solidFill>
                  <a:schemeClr val="bg1"/>
                </a:solidFill>
              </a:rPr>
              <a:t>!</a:t>
            </a:r>
            <a:endParaRPr lang="en-IN" sz="6600" dirty="0">
              <a:solidFill>
                <a:schemeClr val="bg1"/>
              </a:solidFill>
            </a:endParaRPr>
          </a:p>
        </p:txBody>
      </p:sp>
    </p:spTree>
    <p:extLst>
      <p:ext uri="{BB962C8B-B14F-4D97-AF65-F5344CB8AC3E}">
        <p14:creationId xmlns:p14="http://schemas.microsoft.com/office/powerpoint/2010/main" val="337574974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258</TotalTime>
  <Words>1730</Words>
  <Application>Microsoft Office PowerPoint</Application>
  <PresentationFormat>On-screen Show (4:3)</PresentationFormat>
  <Paragraphs>191</Paragraphs>
  <Slides>15</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Calibri</vt:lpstr>
      <vt:lpstr>Georgia</vt:lpstr>
      <vt:lpstr>Trebuchet MS</vt:lpstr>
      <vt:lpstr>Wingdings 2</vt:lpstr>
      <vt:lpstr>Urban</vt:lpstr>
      <vt:lpstr>Internet Of Thing</vt:lpstr>
      <vt:lpstr>Introduction</vt:lpstr>
      <vt:lpstr>Key Components of Smart Home System</vt:lpstr>
      <vt:lpstr>PowerPoint Presentation</vt:lpstr>
      <vt:lpstr>Core Application Areas</vt:lpstr>
      <vt:lpstr>PowerPoint Presentation</vt:lpstr>
      <vt:lpstr>PowerPoint Presentation</vt:lpstr>
      <vt:lpstr>Home Automation Technology</vt:lpstr>
      <vt:lpstr>Architecture Overview </vt:lpstr>
      <vt:lpstr>PowerPoint Presentation</vt:lpstr>
      <vt:lpstr>Benefits of Smart Homes </vt:lpstr>
      <vt:lpstr>Risks and Challenges</vt:lpstr>
      <vt:lpstr>Trends Shaping the Future</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 Of Thing</dc:title>
  <dc:creator>student</dc:creator>
  <cp:lastModifiedBy>SWATI VALA</cp:lastModifiedBy>
  <cp:revision>32</cp:revision>
  <dcterms:created xsi:type="dcterms:W3CDTF">2026-01-05T04:52:44Z</dcterms:created>
  <dcterms:modified xsi:type="dcterms:W3CDTF">2026-01-18T16:22:01Z</dcterms:modified>
</cp:coreProperties>
</file>