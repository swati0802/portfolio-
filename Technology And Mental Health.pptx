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35944D-6A87-413E-B8DA-77F10C0AE51E}" v="3" dt="2026-02-22T12:24:32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41" autoAdjust="0"/>
  </p:normalViewPr>
  <p:slideViewPr>
    <p:cSldViewPr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TI VALA" userId="9679afd155f657b7" providerId="LiveId" clId="{43E8E436-DC35-4A8E-B5C4-DAC36F5F7607}"/>
    <pc:docChg chg="modSld">
      <pc:chgData name="SWATI VALA" userId="9679afd155f657b7" providerId="LiveId" clId="{43E8E436-DC35-4A8E-B5C4-DAC36F5F7607}" dt="2026-02-22T12:24:40.368" v="7" actId="113"/>
      <pc:docMkLst>
        <pc:docMk/>
      </pc:docMkLst>
      <pc:sldChg chg="addSp modSp mod">
        <pc:chgData name="SWATI VALA" userId="9679afd155f657b7" providerId="LiveId" clId="{43E8E436-DC35-4A8E-B5C4-DAC36F5F7607}" dt="2026-02-22T12:24:40.368" v="7" actId="113"/>
        <pc:sldMkLst>
          <pc:docMk/>
          <pc:sldMk cId="2712010169" sldId="263"/>
        </pc:sldMkLst>
        <pc:spChg chg="mod">
          <ac:chgData name="SWATI VALA" userId="9679afd155f657b7" providerId="LiveId" clId="{43E8E436-DC35-4A8E-B5C4-DAC36F5F7607}" dt="2026-02-22T12:24:40.368" v="7" actId="113"/>
          <ac:spMkLst>
            <pc:docMk/>
            <pc:sldMk cId="2712010169" sldId="263"/>
            <ac:spMk id="3" creationId="{560463E6-2796-AE56-E8E9-0A53539FD0C5}"/>
          </ac:spMkLst>
        </pc:spChg>
        <pc:picChg chg="add mod">
          <ac:chgData name="SWATI VALA" userId="9679afd155f657b7" providerId="LiveId" clId="{43E8E436-DC35-4A8E-B5C4-DAC36F5F7607}" dt="2026-02-22T12:24:15.711" v="4"/>
          <ac:picMkLst>
            <pc:docMk/>
            <pc:sldMk cId="2712010169" sldId="263"/>
            <ac:picMk id="4" creationId="{4C9009A7-86C1-06FA-5810-072B679F7961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4E275A-DA29-4D30-99D0-43264CD8143B}" type="doc">
      <dgm:prSet loTypeId="urn:microsoft.com/office/officeart/2005/8/layout/venn3" loCatId="relationship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118B0F5-0DBF-4FF5-8779-E3FCB61A94CD}">
      <dgm:prSet/>
      <dgm:spPr/>
      <dgm:t>
        <a:bodyPr/>
        <a:lstStyle/>
        <a:p>
          <a:r>
            <a:rPr lang="en-US" b="1" i="0" baseline="0" dirty="0"/>
            <a:t>Technostress</a:t>
          </a:r>
        </a:p>
      </dgm:t>
    </dgm:pt>
    <dgm:pt modelId="{23B7CD8D-55ED-42F5-83A1-12C2FA575439}" type="parTrans" cxnId="{FC5FF938-C9AB-414C-8351-4A454FCC222E}">
      <dgm:prSet/>
      <dgm:spPr/>
      <dgm:t>
        <a:bodyPr/>
        <a:lstStyle/>
        <a:p>
          <a:endParaRPr lang="en-IN"/>
        </a:p>
      </dgm:t>
    </dgm:pt>
    <dgm:pt modelId="{9DF41C68-17E2-43E7-B336-50F38B141C29}" type="sibTrans" cxnId="{FC5FF938-C9AB-414C-8351-4A454FCC222E}">
      <dgm:prSet/>
      <dgm:spPr/>
      <dgm:t>
        <a:bodyPr/>
        <a:lstStyle/>
        <a:p>
          <a:endParaRPr lang="en-IN"/>
        </a:p>
      </dgm:t>
    </dgm:pt>
    <dgm:pt modelId="{7E0EAF10-9A3D-4500-B9CE-4A9226444565}">
      <dgm:prSet/>
      <dgm:spPr/>
      <dgm:t>
        <a:bodyPr/>
        <a:lstStyle/>
        <a:p>
          <a:r>
            <a:rPr lang="en-US" b="1" baseline="0"/>
            <a:t>L</a:t>
          </a:r>
          <a:r>
            <a:rPr lang="en-US" b="1" i="0" baseline="0"/>
            <a:t>ack of concentration</a:t>
          </a:r>
          <a:endParaRPr lang="en-IN"/>
        </a:p>
      </dgm:t>
    </dgm:pt>
    <dgm:pt modelId="{4C94064B-7BD7-4DCC-9A7F-A3082CFD9465}" type="parTrans" cxnId="{4F5E5C5F-837B-45BA-B039-0C235FAC258F}">
      <dgm:prSet/>
      <dgm:spPr/>
      <dgm:t>
        <a:bodyPr/>
        <a:lstStyle/>
        <a:p>
          <a:endParaRPr lang="en-IN"/>
        </a:p>
      </dgm:t>
    </dgm:pt>
    <dgm:pt modelId="{9F5D71F2-65DD-4352-841B-4A365B1AEE28}" type="sibTrans" cxnId="{4F5E5C5F-837B-45BA-B039-0C235FAC258F}">
      <dgm:prSet/>
      <dgm:spPr/>
      <dgm:t>
        <a:bodyPr/>
        <a:lstStyle/>
        <a:p>
          <a:endParaRPr lang="en-IN"/>
        </a:p>
      </dgm:t>
    </dgm:pt>
    <dgm:pt modelId="{46A3442C-FFB2-44F6-A84C-3DFCD6E90CCA}">
      <dgm:prSet/>
      <dgm:spPr/>
      <dgm:t>
        <a:bodyPr/>
        <a:lstStyle/>
        <a:p>
          <a:r>
            <a:rPr lang="en-US" b="1" baseline="0" dirty="0"/>
            <a:t>S</a:t>
          </a:r>
          <a:r>
            <a:rPr lang="en-US" b="1" i="0" baseline="0" dirty="0"/>
            <a:t>elf-Respect</a:t>
          </a:r>
          <a:endParaRPr lang="en-IN" dirty="0"/>
        </a:p>
      </dgm:t>
    </dgm:pt>
    <dgm:pt modelId="{54C21307-8F7B-4AB2-9588-354E76319135}" type="parTrans" cxnId="{2610AFDD-F2A4-4173-99BC-D2358CF048FA}">
      <dgm:prSet/>
      <dgm:spPr/>
      <dgm:t>
        <a:bodyPr/>
        <a:lstStyle/>
        <a:p>
          <a:endParaRPr lang="en-IN"/>
        </a:p>
      </dgm:t>
    </dgm:pt>
    <dgm:pt modelId="{5DFBE8C5-86B5-4F70-A07E-62D3B0281241}" type="sibTrans" cxnId="{2610AFDD-F2A4-4173-99BC-D2358CF048FA}">
      <dgm:prSet/>
      <dgm:spPr/>
      <dgm:t>
        <a:bodyPr/>
        <a:lstStyle/>
        <a:p>
          <a:endParaRPr lang="en-IN"/>
        </a:p>
      </dgm:t>
    </dgm:pt>
    <dgm:pt modelId="{1E75C19F-BAFC-4176-BDF4-443262E95BBB}">
      <dgm:prSet/>
      <dgm:spPr/>
      <dgm:t>
        <a:bodyPr/>
        <a:lstStyle/>
        <a:p>
          <a:r>
            <a:rPr lang="en-US" b="1" baseline="0"/>
            <a:t>E</a:t>
          </a:r>
          <a:r>
            <a:rPr lang="en-US" b="1" i="0" baseline="0"/>
            <a:t>asy and interesting</a:t>
          </a:r>
          <a:endParaRPr lang="en-IN"/>
        </a:p>
      </dgm:t>
    </dgm:pt>
    <dgm:pt modelId="{440D21B6-A224-4960-AA6F-EDFA4F84BD75}" type="parTrans" cxnId="{C2FD6624-61A7-43D7-A3F6-BC4ECA9BDEE2}">
      <dgm:prSet/>
      <dgm:spPr/>
      <dgm:t>
        <a:bodyPr/>
        <a:lstStyle/>
        <a:p>
          <a:endParaRPr lang="en-IN"/>
        </a:p>
      </dgm:t>
    </dgm:pt>
    <dgm:pt modelId="{1711A711-C262-40F2-B585-F991985FE4C1}" type="sibTrans" cxnId="{C2FD6624-61A7-43D7-A3F6-BC4ECA9BDEE2}">
      <dgm:prSet/>
      <dgm:spPr/>
      <dgm:t>
        <a:bodyPr/>
        <a:lstStyle/>
        <a:p>
          <a:endParaRPr lang="en-IN"/>
        </a:p>
      </dgm:t>
    </dgm:pt>
    <dgm:pt modelId="{56614B95-E4D4-4B78-BE39-2652FE71313A}" type="pres">
      <dgm:prSet presAssocID="{D54E275A-DA29-4D30-99D0-43264CD8143B}" presName="Name0" presStyleCnt="0">
        <dgm:presLayoutVars>
          <dgm:dir/>
          <dgm:resizeHandles val="exact"/>
        </dgm:presLayoutVars>
      </dgm:prSet>
      <dgm:spPr/>
    </dgm:pt>
    <dgm:pt modelId="{A9732B07-F8A8-438A-8B9D-96F27E9C25D1}" type="pres">
      <dgm:prSet presAssocID="{9118B0F5-0DBF-4FF5-8779-E3FCB61A94CD}" presName="Name5" presStyleLbl="vennNode1" presStyleIdx="0" presStyleCnt="4">
        <dgm:presLayoutVars>
          <dgm:bulletEnabled val="1"/>
        </dgm:presLayoutVars>
      </dgm:prSet>
      <dgm:spPr/>
    </dgm:pt>
    <dgm:pt modelId="{32550E7E-D490-485A-A829-573EFD1092C5}" type="pres">
      <dgm:prSet presAssocID="{9DF41C68-17E2-43E7-B336-50F38B141C29}" presName="space" presStyleCnt="0"/>
      <dgm:spPr/>
    </dgm:pt>
    <dgm:pt modelId="{6F85F6C6-4F77-446B-A4B2-BE8227EF18E2}" type="pres">
      <dgm:prSet presAssocID="{7E0EAF10-9A3D-4500-B9CE-4A9226444565}" presName="Name5" presStyleLbl="vennNode1" presStyleIdx="1" presStyleCnt="4">
        <dgm:presLayoutVars>
          <dgm:bulletEnabled val="1"/>
        </dgm:presLayoutVars>
      </dgm:prSet>
      <dgm:spPr/>
    </dgm:pt>
    <dgm:pt modelId="{CD71C9D9-0246-4E25-8AAE-F98AB1C40387}" type="pres">
      <dgm:prSet presAssocID="{9F5D71F2-65DD-4352-841B-4A365B1AEE28}" presName="space" presStyleCnt="0"/>
      <dgm:spPr/>
    </dgm:pt>
    <dgm:pt modelId="{D442D70F-DDF2-4BA1-989B-54E90BC9D580}" type="pres">
      <dgm:prSet presAssocID="{46A3442C-FFB2-44F6-A84C-3DFCD6E90CCA}" presName="Name5" presStyleLbl="vennNode1" presStyleIdx="2" presStyleCnt="4">
        <dgm:presLayoutVars>
          <dgm:bulletEnabled val="1"/>
        </dgm:presLayoutVars>
      </dgm:prSet>
      <dgm:spPr/>
    </dgm:pt>
    <dgm:pt modelId="{6A4AB075-4FDA-4950-964C-4C69CD30A98B}" type="pres">
      <dgm:prSet presAssocID="{5DFBE8C5-86B5-4F70-A07E-62D3B0281241}" presName="space" presStyleCnt="0"/>
      <dgm:spPr/>
    </dgm:pt>
    <dgm:pt modelId="{02CFE39B-4096-4533-A93F-738890FFC59A}" type="pres">
      <dgm:prSet presAssocID="{1E75C19F-BAFC-4176-BDF4-443262E95BBB}" presName="Name5" presStyleLbl="vennNode1" presStyleIdx="3" presStyleCnt="4">
        <dgm:presLayoutVars>
          <dgm:bulletEnabled val="1"/>
        </dgm:presLayoutVars>
      </dgm:prSet>
      <dgm:spPr/>
    </dgm:pt>
  </dgm:ptLst>
  <dgm:cxnLst>
    <dgm:cxn modelId="{F1FD5116-6C7C-4C10-8ADF-C6B53A8D3F77}" type="presOf" srcId="{1E75C19F-BAFC-4176-BDF4-443262E95BBB}" destId="{02CFE39B-4096-4533-A93F-738890FFC59A}" srcOrd="0" destOrd="0" presId="urn:microsoft.com/office/officeart/2005/8/layout/venn3"/>
    <dgm:cxn modelId="{C2FD6624-61A7-43D7-A3F6-BC4ECA9BDEE2}" srcId="{D54E275A-DA29-4D30-99D0-43264CD8143B}" destId="{1E75C19F-BAFC-4176-BDF4-443262E95BBB}" srcOrd="3" destOrd="0" parTransId="{440D21B6-A224-4960-AA6F-EDFA4F84BD75}" sibTransId="{1711A711-C262-40F2-B585-F991985FE4C1}"/>
    <dgm:cxn modelId="{FC5FF938-C9AB-414C-8351-4A454FCC222E}" srcId="{D54E275A-DA29-4D30-99D0-43264CD8143B}" destId="{9118B0F5-0DBF-4FF5-8779-E3FCB61A94CD}" srcOrd="0" destOrd="0" parTransId="{23B7CD8D-55ED-42F5-83A1-12C2FA575439}" sibTransId="{9DF41C68-17E2-43E7-B336-50F38B141C29}"/>
    <dgm:cxn modelId="{4F5E5C5F-837B-45BA-B039-0C235FAC258F}" srcId="{D54E275A-DA29-4D30-99D0-43264CD8143B}" destId="{7E0EAF10-9A3D-4500-B9CE-4A9226444565}" srcOrd="1" destOrd="0" parTransId="{4C94064B-7BD7-4DCC-9A7F-A3082CFD9465}" sibTransId="{9F5D71F2-65DD-4352-841B-4A365B1AEE28}"/>
    <dgm:cxn modelId="{27C22D57-6022-480B-AB7F-BD6B8B504067}" type="presOf" srcId="{D54E275A-DA29-4D30-99D0-43264CD8143B}" destId="{56614B95-E4D4-4B78-BE39-2652FE71313A}" srcOrd="0" destOrd="0" presId="urn:microsoft.com/office/officeart/2005/8/layout/venn3"/>
    <dgm:cxn modelId="{F06191C3-A264-4FB5-8B76-93D0498B0146}" type="presOf" srcId="{46A3442C-FFB2-44F6-A84C-3DFCD6E90CCA}" destId="{D442D70F-DDF2-4BA1-989B-54E90BC9D580}" srcOrd="0" destOrd="0" presId="urn:microsoft.com/office/officeart/2005/8/layout/venn3"/>
    <dgm:cxn modelId="{A3BA28C8-B33B-4A16-82CB-AB488475FF81}" type="presOf" srcId="{9118B0F5-0DBF-4FF5-8779-E3FCB61A94CD}" destId="{A9732B07-F8A8-438A-8B9D-96F27E9C25D1}" srcOrd="0" destOrd="0" presId="urn:microsoft.com/office/officeart/2005/8/layout/venn3"/>
    <dgm:cxn modelId="{2610AFDD-F2A4-4173-99BC-D2358CF048FA}" srcId="{D54E275A-DA29-4D30-99D0-43264CD8143B}" destId="{46A3442C-FFB2-44F6-A84C-3DFCD6E90CCA}" srcOrd="2" destOrd="0" parTransId="{54C21307-8F7B-4AB2-9588-354E76319135}" sibTransId="{5DFBE8C5-86B5-4F70-A07E-62D3B0281241}"/>
    <dgm:cxn modelId="{8F5078E0-9DA9-4287-BE86-A94BF8393C8C}" type="presOf" srcId="{7E0EAF10-9A3D-4500-B9CE-4A9226444565}" destId="{6F85F6C6-4F77-446B-A4B2-BE8227EF18E2}" srcOrd="0" destOrd="0" presId="urn:microsoft.com/office/officeart/2005/8/layout/venn3"/>
    <dgm:cxn modelId="{D2616BB6-D6EB-4CBE-9D7E-EC2A7C1A0871}" type="presParOf" srcId="{56614B95-E4D4-4B78-BE39-2652FE71313A}" destId="{A9732B07-F8A8-438A-8B9D-96F27E9C25D1}" srcOrd="0" destOrd="0" presId="urn:microsoft.com/office/officeart/2005/8/layout/venn3"/>
    <dgm:cxn modelId="{ECF7C6D6-E31A-41A5-8335-512EDBA7D058}" type="presParOf" srcId="{56614B95-E4D4-4B78-BE39-2652FE71313A}" destId="{32550E7E-D490-485A-A829-573EFD1092C5}" srcOrd="1" destOrd="0" presId="urn:microsoft.com/office/officeart/2005/8/layout/venn3"/>
    <dgm:cxn modelId="{BA12D026-E008-4D62-AFAA-1522B7E080CA}" type="presParOf" srcId="{56614B95-E4D4-4B78-BE39-2652FE71313A}" destId="{6F85F6C6-4F77-446B-A4B2-BE8227EF18E2}" srcOrd="2" destOrd="0" presId="urn:microsoft.com/office/officeart/2005/8/layout/venn3"/>
    <dgm:cxn modelId="{3366BD9B-EE18-4267-AFBE-D47D3C31AF60}" type="presParOf" srcId="{56614B95-E4D4-4B78-BE39-2652FE71313A}" destId="{CD71C9D9-0246-4E25-8AAE-F98AB1C40387}" srcOrd="3" destOrd="0" presId="urn:microsoft.com/office/officeart/2005/8/layout/venn3"/>
    <dgm:cxn modelId="{430B9C92-B21C-4EFA-BCD9-16AA5A6E2D88}" type="presParOf" srcId="{56614B95-E4D4-4B78-BE39-2652FE71313A}" destId="{D442D70F-DDF2-4BA1-989B-54E90BC9D580}" srcOrd="4" destOrd="0" presId="urn:microsoft.com/office/officeart/2005/8/layout/venn3"/>
    <dgm:cxn modelId="{C90976AE-0557-42BC-86FA-242C54711581}" type="presParOf" srcId="{56614B95-E4D4-4B78-BE39-2652FE71313A}" destId="{6A4AB075-4FDA-4950-964C-4C69CD30A98B}" srcOrd="5" destOrd="0" presId="urn:microsoft.com/office/officeart/2005/8/layout/venn3"/>
    <dgm:cxn modelId="{F0D49E1D-3DA2-4061-B6F9-D9732CB7C994}" type="presParOf" srcId="{56614B95-E4D4-4B78-BE39-2652FE71313A}" destId="{02CFE39B-4096-4533-A93F-738890FFC59A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86A779A-7BD5-41F2-AF7A-6159CE274500}" type="doc">
      <dgm:prSet loTypeId="urn:microsoft.com/office/officeart/2008/layout/VerticalCurvedList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62F8198-AD2A-472A-8B19-58442401A0AB}">
      <dgm:prSet/>
      <dgm:spPr/>
      <dgm:t>
        <a:bodyPr/>
        <a:lstStyle/>
        <a:p>
          <a:r>
            <a:rPr lang="en-US" b="0" i="0" baseline="0" dirty="0"/>
            <a:t>Limit screen time</a:t>
          </a:r>
          <a:endParaRPr lang="en-IN" dirty="0"/>
        </a:p>
      </dgm:t>
    </dgm:pt>
    <dgm:pt modelId="{A617926A-E2BC-467C-9CEA-A97EEF2366B1}" type="parTrans" cxnId="{8CF63AEB-4444-4EE8-80FE-AA99ADA30ABD}">
      <dgm:prSet/>
      <dgm:spPr/>
      <dgm:t>
        <a:bodyPr/>
        <a:lstStyle/>
        <a:p>
          <a:endParaRPr lang="en-IN"/>
        </a:p>
      </dgm:t>
    </dgm:pt>
    <dgm:pt modelId="{E9A55C32-CD0B-45F6-901E-4CB55C5A53C3}" type="sibTrans" cxnId="{8CF63AEB-4444-4EE8-80FE-AA99ADA30ABD}">
      <dgm:prSet/>
      <dgm:spPr/>
      <dgm:t>
        <a:bodyPr/>
        <a:lstStyle/>
        <a:p>
          <a:endParaRPr lang="en-IN"/>
        </a:p>
      </dgm:t>
    </dgm:pt>
    <dgm:pt modelId="{6B310494-997B-43D8-B446-52DE5751E5AD}">
      <dgm:prSet/>
      <dgm:spPr/>
      <dgm:t>
        <a:bodyPr/>
        <a:lstStyle/>
        <a:p>
          <a:r>
            <a:rPr lang="en-US" b="0" i="0" baseline="0"/>
            <a:t>Take regular breaks</a:t>
          </a:r>
          <a:endParaRPr lang="en-IN"/>
        </a:p>
      </dgm:t>
    </dgm:pt>
    <dgm:pt modelId="{C135BCD6-1EAE-49A3-BFD3-D86B8F55D942}" type="parTrans" cxnId="{56E6E501-AF2F-4673-8CAE-64541712653D}">
      <dgm:prSet/>
      <dgm:spPr/>
      <dgm:t>
        <a:bodyPr/>
        <a:lstStyle/>
        <a:p>
          <a:endParaRPr lang="en-IN"/>
        </a:p>
      </dgm:t>
    </dgm:pt>
    <dgm:pt modelId="{6BCF17C5-725F-49F4-890F-C0086C648C99}" type="sibTrans" cxnId="{56E6E501-AF2F-4673-8CAE-64541712653D}">
      <dgm:prSet/>
      <dgm:spPr/>
      <dgm:t>
        <a:bodyPr/>
        <a:lstStyle/>
        <a:p>
          <a:endParaRPr lang="en-IN"/>
        </a:p>
      </dgm:t>
    </dgm:pt>
    <dgm:pt modelId="{2E921556-F413-4C30-92EB-0C42BC5631A3}">
      <dgm:prSet/>
      <dgm:spPr/>
      <dgm:t>
        <a:bodyPr/>
        <a:lstStyle/>
        <a:p>
          <a:r>
            <a:rPr lang="en-US" b="0" i="0" baseline="0"/>
            <a:t>Avoid phone before sleeping</a:t>
          </a:r>
          <a:endParaRPr lang="en-IN"/>
        </a:p>
      </dgm:t>
    </dgm:pt>
    <dgm:pt modelId="{81E6FD56-5708-40B6-9999-A686EACF1545}" type="parTrans" cxnId="{F3834CED-195C-478C-9284-2A454A1B1CCB}">
      <dgm:prSet/>
      <dgm:spPr/>
      <dgm:t>
        <a:bodyPr/>
        <a:lstStyle/>
        <a:p>
          <a:endParaRPr lang="en-IN"/>
        </a:p>
      </dgm:t>
    </dgm:pt>
    <dgm:pt modelId="{C2A07D01-CFD8-4E57-8F2A-10D040E24708}" type="sibTrans" cxnId="{F3834CED-195C-478C-9284-2A454A1B1CCB}">
      <dgm:prSet/>
      <dgm:spPr/>
      <dgm:t>
        <a:bodyPr/>
        <a:lstStyle/>
        <a:p>
          <a:endParaRPr lang="en-IN"/>
        </a:p>
      </dgm:t>
    </dgm:pt>
    <dgm:pt modelId="{6E52CBCA-6DD3-4EC6-9805-65E6676517AB}">
      <dgm:prSet/>
      <dgm:spPr/>
      <dgm:t>
        <a:bodyPr/>
        <a:lstStyle/>
        <a:p>
          <a:r>
            <a:rPr lang="en-US" b="0" i="0" baseline="0"/>
            <a:t>Follow positive and educational content</a:t>
          </a:r>
          <a:endParaRPr lang="en-IN"/>
        </a:p>
      </dgm:t>
    </dgm:pt>
    <dgm:pt modelId="{F1D33DD1-E3C1-4EE5-AE1C-AFD9AD385A25}" type="parTrans" cxnId="{2498BFD6-2EFC-4E20-8443-7C0EAD2412B2}">
      <dgm:prSet/>
      <dgm:spPr/>
      <dgm:t>
        <a:bodyPr/>
        <a:lstStyle/>
        <a:p>
          <a:endParaRPr lang="en-IN"/>
        </a:p>
      </dgm:t>
    </dgm:pt>
    <dgm:pt modelId="{C7307F0A-24AC-4544-94B7-DC78B6DAE047}" type="sibTrans" cxnId="{2498BFD6-2EFC-4E20-8443-7C0EAD2412B2}">
      <dgm:prSet/>
      <dgm:spPr/>
      <dgm:t>
        <a:bodyPr/>
        <a:lstStyle/>
        <a:p>
          <a:endParaRPr lang="en-IN"/>
        </a:p>
      </dgm:t>
    </dgm:pt>
    <dgm:pt modelId="{31238819-D659-44DC-A3E7-AF0E127D993F}">
      <dgm:prSet/>
      <dgm:spPr/>
      <dgm:t>
        <a:bodyPr/>
        <a:lstStyle/>
        <a:p>
          <a:r>
            <a:rPr lang="en-US" b="0" i="0" baseline="0"/>
            <a:t>Talk to family and friends offline too</a:t>
          </a:r>
          <a:endParaRPr lang="en-IN"/>
        </a:p>
      </dgm:t>
    </dgm:pt>
    <dgm:pt modelId="{FD2DEAE2-2FC6-4F56-AF11-64214494CCF9}" type="parTrans" cxnId="{BA288039-A3FC-4C83-BD24-15FDC0D8DD3D}">
      <dgm:prSet/>
      <dgm:spPr/>
      <dgm:t>
        <a:bodyPr/>
        <a:lstStyle/>
        <a:p>
          <a:endParaRPr lang="en-IN"/>
        </a:p>
      </dgm:t>
    </dgm:pt>
    <dgm:pt modelId="{DEA0F475-ECBD-469B-A2F5-06503B0BB698}" type="sibTrans" cxnId="{BA288039-A3FC-4C83-BD24-15FDC0D8DD3D}">
      <dgm:prSet/>
      <dgm:spPr/>
      <dgm:t>
        <a:bodyPr/>
        <a:lstStyle/>
        <a:p>
          <a:endParaRPr lang="en-IN"/>
        </a:p>
      </dgm:t>
    </dgm:pt>
    <dgm:pt modelId="{04316C1C-00FA-4A23-B536-6582601AFB9D}" type="pres">
      <dgm:prSet presAssocID="{C86A779A-7BD5-41F2-AF7A-6159CE274500}" presName="Name0" presStyleCnt="0">
        <dgm:presLayoutVars>
          <dgm:chMax val="7"/>
          <dgm:chPref val="7"/>
          <dgm:dir/>
        </dgm:presLayoutVars>
      </dgm:prSet>
      <dgm:spPr/>
    </dgm:pt>
    <dgm:pt modelId="{0651EDA8-21C6-4C29-B2A6-6F533015C4F0}" type="pres">
      <dgm:prSet presAssocID="{C86A779A-7BD5-41F2-AF7A-6159CE274500}" presName="Name1" presStyleCnt="0"/>
      <dgm:spPr/>
    </dgm:pt>
    <dgm:pt modelId="{A570BB6F-2491-4CCF-83F6-DE22C6E241D6}" type="pres">
      <dgm:prSet presAssocID="{C86A779A-7BD5-41F2-AF7A-6159CE274500}" presName="cycle" presStyleCnt="0"/>
      <dgm:spPr/>
    </dgm:pt>
    <dgm:pt modelId="{1103528F-2300-440D-A9E2-53854F4F1C12}" type="pres">
      <dgm:prSet presAssocID="{C86A779A-7BD5-41F2-AF7A-6159CE274500}" presName="srcNode" presStyleLbl="node1" presStyleIdx="0" presStyleCnt="5"/>
      <dgm:spPr/>
    </dgm:pt>
    <dgm:pt modelId="{77F654BA-5459-4941-BB52-54DE448944A1}" type="pres">
      <dgm:prSet presAssocID="{C86A779A-7BD5-41F2-AF7A-6159CE274500}" presName="conn" presStyleLbl="parChTrans1D2" presStyleIdx="0" presStyleCnt="1"/>
      <dgm:spPr/>
    </dgm:pt>
    <dgm:pt modelId="{9DF2EE85-D005-40BE-AF58-0B3925B5F9F8}" type="pres">
      <dgm:prSet presAssocID="{C86A779A-7BD5-41F2-AF7A-6159CE274500}" presName="extraNode" presStyleLbl="node1" presStyleIdx="0" presStyleCnt="5"/>
      <dgm:spPr/>
    </dgm:pt>
    <dgm:pt modelId="{5AEC57B2-1B39-43DE-A2D9-AF5EE0B03C13}" type="pres">
      <dgm:prSet presAssocID="{C86A779A-7BD5-41F2-AF7A-6159CE274500}" presName="dstNode" presStyleLbl="node1" presStyleIdx="0" presStyleCnt="5"/>
      <dgm:spPr/>
    </dgm:pt>
    <dgm:pt modelId="{A3F1075B-B3BD-4252-90A3-F91D1CEC04CF}" type="pres">
      <dgm:prSet presAssocID="{162F8198-AD2A-472A-8B19-58442401A0AB}" presName="text_1" presStyleLbl="node1" presStyleIdx="0" presStyleCnt="5">
        <dgm:presLayoutVars>
          <dgm:bulletEnabled val="1"/>
        </dgm:presLayoutVars>
      </dgm:prSet>
      <dgm:spPr/>
    </dgm:pt>
    <dgm:pt modelId="{D7206EE7-AAEE-4CD0-B4B0-735A4F5FEB7A}" type="pres">
      <dgm:prSet presAssocID="{162F8198-AD2A-472A-8B19-58442401A0AB}" presName="accent_1" presStyleCnt="0"/>
      <dgm:spPr/>
    </dgm:pt>
    <dgm:pt modelId="{F9B9CF2E-9452-4199-87B7-8B3071207D43}" type="pres">
      <dgm:prSet presAssocID="{162F8198-AD2A-472A-8B19-58442401A0AB}" presName="accentRepeatNode" presStyleLbl="solidFgAcc1" presStyleIdx="0" presStyleCnt="5"/>
      <dgm:spPr/>
    </dgm:pt>
    <dgm:pt modelId="{DA937FFE-1FDF-4766-9C3B-72421D2E3B60}" type="pres">
      <dgm:prSet presAssocID="{6B310494-997B-43D8-B446-52DE5751E5AD}" presName="text_2" presStyleLbl="node1" presStyleIdx="1" presStyleCnt="5">
        <dgm:presLayoutVars>
          <dgm:bulletEnabled val="1"/>
        </dgm:presLayoutVars>
      </dgm:prSet>
      <dgm:spPr/>
    </dgm:pt>
    <dgm:pt modelId="{9D757314-027E-40FA-877F-46537D35080E}" type="pres">
      <dgm:prSet presAssocID="{6B310494-997B-43D8-B446-52DE5751E5AD}" presName="accent_2" presStyleCnt="0"/>
      <dgm:spPr/>
    </dgm:pt>
    <dgm:pt modelId="{1EF7BDCD-EC38-48CD-B56D-F4A2A77C3631}" type="pres">
      <dgm:prSet presAssocID="{6B310494-997B-43D8-B446-52DE5751E5AD}" presName="accentRepeatNode" presStyleLbl="solidFgAcc1" presStyleIdx="1" presStyleCnt="5"/>
      <dgm:spPr/>
    </dgm:pt>
    <dgm:pt modelId="{83B224F7-3E41-4C00-86B6-B50544F94EF4}" type="pres">
      <dgm:prSet presAssocID="{2E921556-F413-4C30-92EB-0C42BC5631A3}" presName="text_3" presStyleLbl="node1" presStyleIdx="2" presStyleCnt="5">
        <dgm:presLayoutVars>
          <dgm:bulletEnabled val="1"/>
        </dgm:presLayoutVars>
      </dgm:prSet>
      <dgm:spPr/>
    </dgm:pt>
    <dgm:pt modelId="{2D3A9036-3FCD-4AEC-9FA7-40AA84581340}" type="pres">
      <dgm:prSet presAssocID="{2E921556-F413-4C30-92EB-0C42BC5631A3}" presName="accent_3" presStyleCnt="0"/>
      <dgm:spPr/>
    </dgm:pt>
    <dgm:pt modelId="{E9996931-57F3-4D95-8A35-9479F251C71C}" type="pres">
      <dgm:prSet presAssocID="{2E921556-F413-4C30-92EB-0C42BC5631A3}" presName="accentRepeatNode" presStyleLbl="solidFgAcc1" presStyleIdx="2" presStyleCnt="5"/>
      <dgm:spPr/>
    </dgm:pt>
    <dgm:pt modelId="{4A147A71-8786-4F07-B308-479BEC0B3E40}" type="pres">
      <dgm:prSet presAssocID="{6E52CBCA-6DD3-4EC6-9805-65E6676517AB}" presName="text_4" presStyleLbl="node1" presStyleIdx="3" presStyleCnt="5">
        <dgm:presLayoutVars>
          <dgm:bulletEnabled val="1"/>
        </dgm:presLayoutVars>
      </dgm:prSet>
      <dgm:spPr/>
    </dgm:pt>
    <dgm:pt modelId="{99F16B45-4C4F-4167-ABEF-C40A4B736426}" type="pres">
      <dgm:prSet presAssocID="{6E52CBCA-6DD3-4EC6-9805-65E6676517AB}" presName="accent_4" presStyleCnt="0"/>
      <dgm:spPr/>
    </dgm:pt>
    <dgm:pt modelId="{4BBD8D4B-88E5-4B6D-8C41-89D3DF3EAAFA}" type="pres">
      <dgm:prSet presAssocID="{6E52CBCA-6DD3-4EC6-9805-65E6676517AB}" presName="accentRepeatNode" presStyleLbl="solidFgAcc1" presStyleIdx="3" presStyleCnt="5"/>
      <dgm:spPr/>
    </dgm:pt>
    <dgm:pt modelId="{F8C61F2E-8F93-4B96-9C75-D1D6F07B66B7}" type="pres">
      <dgm:prSet presAssocID="{31238819-D659-44DC-A3E7-AF0E127D993F}" presName="text_5" presStyleLbl="node1" presStyleIdx="4" presStyleCnt="5">
        <dgm:presLayoutVars>
          <dgm:bulletEnabled val="1"/>
        </dgm:presLayoutVars>
      </dgm:prSet>
      <dgm:spPr/>
    </dgm:pt>
    <dgm:pt modelId="{87E4242F-1FCB-488F-AABA-169DD8D13926}" type="pres">
      <dgm:prSet presAssocID="{31238819-D659-44DC-A3E7-AF0E127D993F}" presName="accent_5" presStyleCnt="0"/>
      <dgm:spPr/>
    </dgm:pt>
    <dgm:pt modelId="{99558391-4150-498A-A026-5771D5A2836A}" type="pres">
      <dgm:prSet presAssocID="{31238819-D659-44DC-A3E7-AF0E127D993F}" presName="accentRepeatNode" presStyleLbl="solidFgAcc1" presStyleIdx="4" presStyleCnt="5"/>
      <dgm:spPr/>
    </dgm:pt>
  </dgm:ptLst>
  <dgm:cxnLst>
    <dgm:cxn modelId="{56E6E501-AF2F-4673-8CAE-64541712653D}" srcId="{C86A779A-7BD5-41F2-AF7A-6159CE274500}" destId="{6B310494-997B-43D8-B446-52DE5751E5AD}" srcOrd="1" destOrd="0" parTransId="{C135BCD6-1EAE-49A3-BFD3-D86B8F55D942}" sibTransId="{6BCF17C5-725F-49F4-890F-C0086C648C99}"/>
    <dgm:cxn modelId="{BF403908-4F71-464F-BFFD-DAF2596EEDB5}" type="presOf" srcId="{C86A779A-7BD5-41F2-AF7A-6159CE274500}" destId="{04316C1C-00FA-4A23-B536-6582601AFB9D}" srcOrd="0" destOrd="0" presId="urn:microsoft.com/office/officeart/2008/layout/VerticalCurvedList"/>
    <dgm:cxn modelId="{7C7C1E0A-AE32-4D9E-B04D-8F07DB7AB0AC}" type="presOf" srcId="{162F8198-AD2A-472A-8B19-58442401A0AB}" destId="{A3F1075B-B3BD-4252-90A3-F91D1CEC04CF}" srcOrd="0" destOrd="0" presId="urn:microsoft.com/office/officeart/2008/layout/VerticalCurvedList"/>
    <dgm:cxn modelId="{BA288039-A3FC-4C83-BD24-15FDC0D8DD3D}" srcId="{C86A779A-7BD5-41F2-AF7A-6159CE274500}" destId="{31238819-D659-44DC-A3E7-AF0E127D993F}" srcOrd="4" destOrd="0" parTransId="{FD2DEAE2-2FC6-4F56-AF11-64214494CCF9}" sibTransId="{DEA0F475-ECBD-469B-A2F5-06503B0BB698}"/>
    <dgm:cxn modelId="{190F5380-6ACD-4C0B-92C6-11F3829018E4}" type="presOf" srcId="{6E52CBCA-6DD3-4EC6-9805-65E6676517AB}" destId="{4A147A71-8786-4F07-B308-479BEC0B3E40}" srcOrd="0" destOrd="0" presId="urn:microsoft.com/office/officeart/2008/layout/VerticalCurvedList"/>
    <dgm:cxn modelId="{0B73B790-7525-45BC-BBBB-DDBF0F3F394C}" type="presOf" srcId="{6B310494-997B-43D8-B446-52DE5751E5AD}" destId="{DA937FFE-1FDF-4766-9C3B-72421D2E3B60}" srcOrd="0" destOrd="0" presId="urn:microsoft.com/office/officeart/2008/layout/VerticalCurvedList"/>
    <dgm:cxn modelId="{736CC599-86E2-4EA0-9E8A-0415F3B9D674}" type="presOf" srcId="{E9A55C32-CD0B-45F6-901E-4CB55C5A53C3}" destId="{77F654BA-5459-4941-BB52-54DE448944A1}" srcOrd="0" destOrd="0" presId="urn:microsoft.com/office/officeart/2008/layout/VerticalCurvedList"/>
    <dgm:cxn modelId="{309D459A-1385-4276-849F-A6473C79EBF2}" type="presOf" srcId="{31238819-D659-44DC-A3E7-AF0E127D993F}" destId="{F8C61F2E-8F93-4B96-9C75-D1D6F07B66B7}" srcOrd="0" destOrd="0" presId="urn:microsoft.com/office/officeart/2008/layout/VerticalCurvedList"/>
    <dgm:cxn modelId="{53038AD2-AB65-46E1-9430-707ED33A23F5}" type="presOf" srcId="{2E921556-F413-4C30-92EB-0C42BC5631A3}" destId="{83B224F7-3E41-4C00-86B6-B50544F94EF4}" srcOrd="0" destOrd="0" presId="urn:microsoft.com/office/officeart/2008/layout/VerticalCurvedList"/>
    <dgm:cxn modelId="{2498BFD6-2EFC-4E20-8443-7C0EAD2412B2}" srcId="{C86A779A-7BD5-41F2-AF7A-6159CE274500}" destId="{6E52CBCA-6DD3-4EC6-9805-65E6676517AB}" srcOrd="3" destOrd="0" parTransId="{F1D33DD1-E3C1-4EE5-AE1C-AFD9AD385A25}" sibTransId="{C7307F0A-24AC-4544-94B7-DC78B6DAE047}"/>
    <dgm:cxn modelId="{8CF63AEB-4444-4EE8-80FE-AA99ADA30ABD}" srcId="{C86A779A-7BD5-41F2-AF7A-6159CE274500}" destId="{162F8198-AD2A-472A-8B19-58442401A0AB}" srcOrd="0" destOrd="0" parTransId="{A617926A-E2BC-467C-9CEA-A97EEF2366B1}" sibTransId="{E9A55C32-CD0B-45F6-901E-4CB55C5A53C3}"/>
    <dgm:cxn modelId="{F3834CED-195C-478C-9284-2A454A1B1CCB}" srcId="{C86A779A-7BD5-41F2-AF7A-6159CE274500}" destId="{2E921556-F413-4C30-92EB-0C42BC5631A3}" srcOrd="2" destOrd="0" parTransId="{81E6FD56-5708-40B6-9999-A686EACF1545}" sibTransId="{C2A07D01-CFD8-4E57-8F2A-10D040E24708}"/>
    <dgm:cxn modelId="{ED6D8AEC-6C3D-4727-8899-0C1E18DE8453}" type="presParOf" srcId="{04316C1C-00FA-4A23-B536-6582601AFB9D}" destId="{0651EDA8-21C6-4C29-B2A6-6F533015C4F0}" srcOrd="0" destOrd="0" presId="urn:microsoft.com/office/officeart/2008/layout/VerticalCurvedList"/>
    <dgm:cxn modelId="{21DBAE43-AA54-410E-AB30-858249CECE88}" type="presParOf" srcId="{0651EDA8-21C6-4C29-B2A6-6F533015C4F0}" destId="{A570BB6F-2491-4CCF-83F6-DE22C6E241D6}" srcOrd="0" destOrd="0" presId="urn:microsoft.com/office/officeart/2008/layout/VerticalCurvedList"/>
    <dgm:cxn modelId="{8FDA0A4C-0AD9-4A49-94CE-57D02E6B9B1A}" type="presParOf" srcId="{A570BB6F-2491-4CCF-83F6-DE22C6E241D6}" destId="{1103528F-2300-440D-A9E2-53854F4F1C12}" srcOrd="0" destOrd="0" presId="urn:microsoft.com/office/officeart/2008/layout/VerticalCurvedList"/>
    <dgm:cxn modelId="{9918A27C-5C76-45DB-A587-6E98BCBC104E}" type="presParOf" srcId="{A570BB6F-2491-4CCF-83F6-DE22C6E241D6}" destId="{77F654BA-5459-4941-BB52-54DE448944A1}" srcOrd="1" destOrd="0" presId="urn:microsoft.com/office/officeart/2008/layout/VerticalCurvedList"/>
    <dgm:cxn modelId="{1D6F53E2-C6B5-48BD-875E-EA0CF975A0B8}" type="presParOf" srcId="{A570BB6F-2491-4CCF-83F6-DE22C6E241D6}" destId="{9DF2EE85-D005-40BE-AF58-0B3925B5F9F8}" srcOrd="2" destOrd="0" presId="urn:microsoft.com/office/officeart/2008/layout/VerticalCurvedList"/>
    <dgm:cxn modelId="{E0B00AE2-AFF0-4DBC-8707-03635A3852FC}" type="presParOf" srcId="{A570BB6F-2491-4CCF-83F6-DE22C6E241D6}" destId="{5AEC57B2-1B39-43DE-A2D9-AF5EE0B03C13}" srcOrd="3" destOrd="0" presId="urn:microsoft.com/office/officeart/2008/layout/VerticalCurvedList"/>
    <dgm:cxn modelId="{FA4EE440-D2E2-434A-BD34-DDC52389F830}" type="presParOf" srcId="{0651EDA8-21C6-4C29-B2A6-6F533015C4F0}" destId="{A3F1075B-B3BD-4252-90A3-F91D1CEC04CF}" srcOrd="1" destOrd="0" presId="urn:microsoft.com/office/officeart/2008/layout/VerticalCurvedList"/>
    <dgm:cxn modelId="{278EE4DB-C4B0-42AD-B59F-FFE3E7C12A80}" type="presParOf" srcId="{0651EDA8-21C6-4C29-B2A6-6F533015C4F0}" destId="{D7206EE7-AAEE-4CD0-B4B0-735A4F5FEB7A}" srcOrd="2" destOrd="0" presId="urn:microsoft.com/office/officeart/2008/layout/VerticalCurvedList"/>
    <dgm:cxn modelId="{7D7910B9-242C-4BFF-A043-2F73914D2750}" type="presParOf" srcId="{D7206EE7-AAEE-4CD0-B4B0-735A4F5FEB7A}" destId="{F9B9CF2E-9452-4199-87B7-8B3071207D43}" srcOrd="0" destOrd="0" presId="urn:microsoft.com/office/officeart/2008/layout/VerticalCurvedList"/>
    <dgm:cxn modelId="{B1BCAEED-C25B-424E-A65E-EC721BA4461D}" type="presParOf" srcId="{0651EDA8-21C6-4C29-B2A6-6F533015C4F0}" destId="{DA937FFE-1FDF-4766-9C3B-72421D2E3B60}" srcOrd="3" destOrd="0" presId="urn:microsoft.com/office/officeart/2008/layout/VerticalCurvedList"/>
    <dgm:cxn modelId="{2CD14C9B-E3F7-492A-89DA-F763ACD6AB3D}" type="presParOf" srcId="{0651EDA8-21C6-4C29-B2A6-6F533015C4F0}" destId="{9D757314-027E-40FA-877F-46537D35080E}" srcOrd="4" destOrd="0" presId="urn:microsoft.com/office/officeart/2008/layout/VerticalCurvedList"/>
    <dgm:cxn modelId="{3E4F4386-4C95-48B2-BD21-1357CF702B76}" type="presParOf" srcId="{9D757314-027E-40FA-877F-46537D35080E}" destId="{1EF7BDCD-EC38-48CD-B56D-F4A2A77C3631}" srcOrd="0" destOrd="0" presId="urn:microsoft.com/office/officeart/2008/layout/VerticalCurvedList"/>
    <dgm:cxn modelId="{53FFB702-49EE-4FF5-9C0A-0500A0FBB8F1}" type="presParOf" srcId="{0651EDA8-21C6-4C29-B2A6-6F533015C4F0}" destId="{83B224F7-3E41-4C00-86B6-B50544F94EF4}" srcOrd="5" destOrd="0" presId="urn:microsoft.com/office/officeart/2008/layout/VerticalCurvedList"/>
    <dgm:cxn modelId="{F71D7041-3A59-42C1-A71E-90B35D62D2BA}" type="presParOf" srcId="{0651EDA8-21C6-4C29-B2A6-6F533015C4F0}" destId="{2D3A9036-3FCD-4AEC-9FA7-40AA84581340}" srcOrd="6" destOrd="0" presId="urn:microsoft.com/office/officeart/2008/layout/VerticalCurvedList"/>
    <dgm:cxn modelId="{6BD124B0-DC33-4566-8854-182D86DB1485}" type="presParOf" srcId="{2D3A9036-3FCD-4AEC-9FA7-40AA84581340}" destId="{E9996931-57F3-4D95-8A35-9479F251C71C}" srcOrd="0" destOrd="0" presId="urn:microsoft.com/office/officeart/2008/layout/VerticalCurvedList"/>
    <dgm:cxn modelId="{14189363-B2FE-4212-9BBC-CF52D9D5996D}" type="presParOf" srcId="{0651EDA8-21C6-4C29-B2A6-6F533015C4F0}" destId="{4A147A71-8786-4F07-B308-479BEC0B3E40}" srcOrd="7" destOrd="0" presId="urn:microsoft.com/office/officeart/2008/layout/VerticalCurvedList"/>
    <dgm:cxn modelId="{78565B3C-9FBD-4FB9-8511-C5E6DB263987}" type="presParOf" srcId="{0651EDA8-21C6-4C29-B2A6-6F533015C4F0}" destId="{99F16B45-4C4F-4167-ABEF-C40A4B736426}" srcOrd="8" destOrd="0" presId="urn:microsoft.com/office/officeart/2008/layout/VerticalCurvedList"/>
    <dgm:cxn modelId="{EC1E7A9E-B6BE-4C79-84A9-C7A90289FB63}" type="presParOf" srcId="{99F16B45-4C4F-4167-ABEF-C40A4B736426}" destId="{4BBD8D4B-88E5-4B6D-8C41-89D3DF3EAAFA}" srcOrd="0" destOrd="0" presId="urn:microsoft.com/office/officeart/2008/layout/VerticalCurvedList"/>
    <dgm:cxn modelId="{51FD33B2-F0E6-4F47-A8D2-19C0CDA1D36A}" type="presParOf" srcId="{0651EDA8-21C6-4C29-B2A6-6F533015C4F0}" destId="{F8C61F2E-8F93-4B96-9C75-D1D6F07B66B7}" srcOrd="9" destOrd="0" presId="urn:microsoft.com/office/officeart/2008/layout/VerticalCurvedList"/>
    <dgm:cxn modelId="{49CF86D2-0D32-40F7-87FA-686642C9649F}" type="presParOf" srcId="{0651EDA8-21C6-4C29-B2A6-6F533015C4F0}" destId="{87E4242F-1FCB-488F-AABA-169DD8D13926}" srcOrd="10" destOrd="0" presId="urn:microsoft.com/office/officeart/2008/layout/VerticalCurvedList"/>
    <dgm:cxn modelId="{8F5DBC57-599C-4DF0-B25D-E816DB4CA725}" type="presParOf" srcId="{87E4242F-1FCB-488F-AABA-169DD8D13926}" destId="{99558391-4150-498A-A026-5771D5A2836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732B07-F8A8-438A-8B9D-96F27E9C25D1}">
      <dsp:nvSpPr>
        <dsp:cNvPr id="0" name=""/>
        <dsp:cNvSpPr/>
      </dsp:nvSpPr>
      <dsp:spPr>
        <a:xfrm>
          <a:off x="2426" y="690855"/>
          <a:ext cx="2434713" cy="2434713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254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prstMaterial="flat">
          <a:bevelT w="34925" h="47625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33990" tIns="26670" rIns="13399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/>
            <a:t>Technostress</a:t>
          </a:r>
        </a:p>
      </dsp:txBody>
      <dsp:txXfrm>
        <a:off x="358981" y="1047410"/>
        <a:ext cx="1721603" cy="1721603"/>
      </dsp:txXfrm>
    </dsp:sp>
    <dsp:sp modelId="{6F85F6C6-4F77-446B-A4B2-BE8227EF18E2}">
      <dsp:nvSpPr>
        <dsp:cNvPr id="0" name=""/>
        <dsp:cNvSpPr/>
      </dsp:nvSpPr>
      <dsp:spPr>
        <a:xfrm>
          <a:off x="1950197" y="690855"/>
          <a:ext cx="2434713" cy="2434713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254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prstMaterial="flat">
          <a:bevelT w="34925" h="47625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33990" tIns="26670" rIns="13399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baseline="0"/>
            <a:t>L</a:t>
          </a:r>
          <a:r>
            <a:rPr lang="en-US" sz="2100" b="1" i="0" kern="1200" baseline="0"/>
            <a:t>ack of concentration</a:t>
          </a:r>
          <a:endParaRPr lang="en-IN" sz="2100" kern="1200"/>
        </a:p>
      </dsp:txBody>
      <dsp:txXfrm>
        <a:off x="2306752" y="1047410"/>
        <a:ext cx="1721603" cy="1721603"/>
      </dsp:txXfrm>
    </dsp:sp>
    <dsp:sp modelId="{D442D70F-DDF2-4BA1-989B-54E90BC9D580}">
      <dsp:nvSpPr>
        <dsp:cNvPr id="0" name=""/>
        <dsp:cNvSpPr/>
      </dsp:nvSpPr>
      <dsp:spPr>
        <a:xfrm>
          <a:off x="3897968" y="690855"/>
          <a:ext cx="2434713" cy="2434713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254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prstMaterial="flat">
          <a:bevelT w="34925" h="47625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33990" tIns="26670" rIns="13399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baseline="0" dirty="0"/>
            <a:t>S</a:t>
          </a:r>
          <a:r>
            <a:rPr lang="en-US" sz="2100" b="1" i="0" kern="1200" baseline="0" dirty="0"/>
            <a:t>elf-Respect</a:t>
          </a:r>
          <a:endParaRPr lang="en-IN" sz="2100" kern="1200" dirty="0"/>
        </a:p>
      </dsp:txBody>
      <dsp:txXfrm>
        <a:off x="4254523" y="1047410"/>
        <a:ext cx="1721603" cy="1721603"/>
      </dsp:txXfrm>
    </dsp:sp>
    <dsp:sp modelId="{02CFE39B-4096-4533-A93F-738890FFC59A}">
      <dsp:nvSpPr>
        <dsp:cNvPr id="0" name=""/>
        <dsp:cNvSpPr/>
      </dsp:nvSpPr>
      <dsp:spPr>
        <a:xfrm>
          <a:off x="5845739" y="690855"/>
          <a:ext cx="2434713" cy="2434713"/>
        </a:xfrm>
        <a:prstGeom prst="ellipse">
          <a:avLst/>
        </a:prstGeom>
        <a:gradFill rotWithShape="0">
          <a:gsLst>
            <a:gs pos="0">
              <a:schemeClr val="accent1">
                <a:alpha val="50000"/>
                <a:hueOff val="0"/>
                <a:satOff val="0"/>
                <a:lumOff val="0"/>
                <a:alphaOff val="0"/>
                <a:shade val="85000"/>
              </a:schemeClr>
            </a:gs>
            <a:gs pos="100000">
              <a:schemeClr val="accent1">
                <a:alpha val="50000"/>
                <a:hueOff val="0"/>
                <a:satOff val="0"/>
                <a:lumOff val="0"/>
                <a:alphaOff val="0"/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50800" dist="254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flat" dir="t">
            <a:rot lat="0" lon="0" rev="3600000"/>
          </a:lightRig>
        </a:scene3d>
        <a:sp3d prstMaterial="flat">
          <a:bevelT w="34925" h="47625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33990" tIns="26670" rIns="13399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baseline="0"/>
            <a:t>E</a:t>
          </a:r>
          <a:r>
            <a:rPr lang="en-US" sz="2100" b="1" i="0" kern="1200" baseline="0"/>
            <a:t>asy and interesting</a:t>
          </a:r>
          <a:endParaRPr lang="en-IN" sz="2100" kern="1200"/>
        </a:p>
      </dsp:txBody>
      <dsp:txXfrm>
        <a:off x="6202294" y="1047410"/>
        <a:ext cx="1721603" cy="17216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F654BA-5459-4941-BB52-54DE448944A1}">
      <dsp:nvSpPr>
        <dsp:cNvPr id="0" name=""/>
        <dsp:cNvSpPr/>
      </dsp:nvSpPr>
      <dsp:spPr>
        <a:xfrm>
          <a:off x="-4314232" y="-661824"/>
          <a:ext cx="5140073" cy="5140073"/>
        </a:xfrm>
        <a:prstGeom prst="blockArc">
          <a:avLst>
            <a:gd name="adj1" fmla="val 18900000"/>
            <a:gd name="adj2" fmla="val 2700000"/>
            <a:gd name="adj3" fmla="val 420"/>
          </a:avLst>
        </a:prstGeom>
        <a:noFill/>
        <a:ln w="1079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F1075B-B3BD-4252-90A3-F91D1CEC04CF}">
      <dsp:nvSpPr>
        <dsp:cNvPr id="0" name=""/>
        <dsp:cNvSpPr/>
      </dsp:nvSpPr>
      <dsp:spPr>
        <a:xfrm>
          <a:off x="361660" y="238450"/>
          <a:ext cx="7293878" cy="47720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hade val="100000"/>
                <a:sat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78782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 dirty="0"/>
            <a:t>Limit screen time</a:t>
          </a:r>
          <a:endParaRPr lang="en-IN" sz="2600" kern="1200" dirty="0"/>
        </a:p>
      </dsp:txBody>
      <dsp:txXfrm>
        <a:off x="361660" y="238450"/>
        <a:ext cx="7293878" cy="477205"/>
      </dsp:txXfrm>
    </dsp:sp>
    <dsp:sp modelId="{F9B9CF2E-9452-4199-87B7-8B3071207D43}">
      <dsp:nvSpPr>
        <dsp:cNvPr id="0" name=""/>
        <dsp:cNvSpPr/>
      </dsp:nvSpPr>
      <dsp:spPr>
        <a:xfrm>
          <a:off x="63407" y="178799"/>
          <a:ext cx="596507" cy="59650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3000"/>
                <a:shade val="100000"/>
                <a:sat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DA937FFE-1FDF-4766-9C3B-72421D2E3B60}">
      <dsp:nvSpPr>
        <dsp:cNvPr id="0" name=""/>
        <dsp:cNvSpPr/>
      </dsp:nvSpPr>
      <dsp:spPr>
        <a:xfrm>
          <a:off x="703612" y="954029"/>
          <a:ext cx="6951927" cy="47720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hade val="100000"/>
                <a:sat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78782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Take regular breaks</a:t>
          </a:r>
          <a:endParaRPr lang="en-IN" sz="2600" kern="1200"/>
        </a:p>
      </dsp:txBody>
      <dsp:txXfrm>
        <a:off x="703612" y="954029"/>
        <a:ext cx="6951927" cy="477205"/>
      </dsp:txXfrm>
    </dsp:sp>
    <dsp:sp modelId="{1EF7BDCD-EC38-48CD-B56D-F4A2A77C3631}">
      <dsp:nvSpPr>
        <dsp:cNvPr id="0" name=""/>
        <dsp:cNvSpPr/>
      </dsp:nvSpPr>
      <dsp:spPr>
        <a:xfrm>
          <a:off x="405358" y="894378"/>
          <a:ext cx="596507" cy="59650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3000"/>
                <a:shade val="100000"/>
                <a:sat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83B224F7-3E41-4C00-86B6-B50544F94EF4}">
      <dsp:nvSpPr>
        <dsp:cNvPr id="0" name=""/>
        <dsp:cNvSpPr/>
      </dsp:nvSpPr>
      <dsp:spPr>
        <a:xfrm>
          <a:off x="808563" y="1669609"/>
          <a:ext cx="6846975" cy="47720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hade val="100000"/>
                <a:sat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78782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Avoid phone before sleeping</a:t>
          </a:r>
          <a:endParaRPr lang="en-IN" sz="2600" kern="1200"/>
        </a:p>
      </dsp:txBody>
      <dsp:txXfrm>
        <a:off x="808563" y="1669609"/>
        <a:ext cx="6846975" cy="477205"/>
      </dsp:txXfrm>
    </dsp:sp>
    <dsp:sp modelId="{E9996931-57F3-4D95-8A35-9479F251C71C}">
      <dsp:nvSpPr>
        <dsp:cNvPr id="0" name=""/>
        <dsp:cNvSpPr/>
      </dsp:nvSpPr>
      <dsp:spPr>
        <a:xfrm>
          <a:off x="510310" y="1609958"/>
          <a:ext cx="596507" cy="59650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3000"/>
                <a:shade val="100000"/>
                <a:sat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4A147A71-8786-4F07-B308-479BEC0B3E40}">
      <dsp:nvSpPr>
        <dsp:cNvPr id="0" name=""/>
        <dsp:cNvSpPr/>
      </dsp:nvSpPr>
      <dsp:spPr>
        <a:xfrm>
          <a:off x="703612" y="2385188"/>
          <a:ext cx="6951927" cy="47720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hade val="100000"/>
                <a:sat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78782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Follow positive and educational content</a:t>
          </a:r>
          <a:endParaRPr lang="en-IN" sz="2600" kern="1200"/>
        </a:p>
      </dsp:txBody>
      <dsp:txXfrm>
        <a:off x="703612" y="2385188"/>
        <a:ext cx="6951927" cy="477205"/>
      </dsp:txXfrm>
    </dsp:sp>
    <dsp:sp modelId="{4BBD8D4B-88E5-4B6D-8C41-89D3DF3EAAFA}">
      <dsp:nvSpPr>
        <dsp:cNvPr id="0" name=""/>
        <dsp:cNvSpPr/>
      </dsp:nvSpPr>
      <dsp:spPr>
        <a:xfrm>
          <a:off x="405358" y="2325537"/>
          <a:ext cx="596507" cy="59650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3000"/>
                <a:shade val="100000"/>
                <a:sat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F8C61F2E-8F93-4B96-9C75-D1D6F07B66B7}">
      <dsp:nvSpPr>
        <dsp:cNvPr id="0" name=""/>
        <dsp:cNvSpPr/>
      </dsp:nvSpPr>
      <dsp:spPr>
        <a:xfrm>
          <a:off x="361660" y="3100768"/>
          <a:ext cx="7293878" cy="47720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83000"/>
                <a:shade val="100000"/>
                <a:sat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5400000" rotWithShape="0">
            <a:srgbClr val="000000">
              <a:alpha val="40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78782" tIns="66040" rIns="66040" bIns="6604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baseline="0"/>
            <a:t>Talk to family and friends offline too</a:t>
          </a:r>
          <a:endParaRPr lang="en-IN" sz="2600" kern="1200"/>
        </a:p>
      </dsp:txBody>
      <dsp:txXfrm>
        <a:off x="361660" y="3100768"/>
        <a:ext cx="7293878" cy="477205"/>
      </dsp:txXfrm>
    </dsp:sp>
    <dsp:sp modelId="{99558391-4150-498A-A026-5771D5A2836A}">
      <dsp:nvSpPr>
        <dsp:cNvPr id="0" name=""/>
        <dsp:cNvSpPr/>
      </dsp:nvSpPr>
      <dsp:spPr>
        <a:xfrm>
          <a:off x="63407" y="3041117"/>
          <a:ext cx="596507" cy="596507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83000"/>
                <a:shade val="100000"/>
                <a:satMod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2" cstate="print"/>
          <a:srcRect t="33333"/>
          <a:stretch>
            <a:fillRect/>
          </a:stretch>
        </p:blipFill>
        <p:spPr>
          <a:xfrm>
            <a:off x="0" y="0"/>
            <a:ext cx="9144000" cy="4572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905B-09EA-46E2-B288-F60237774DF2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8A1E-3AE6-4EB8-A111-F2706AC7F548}" type="slidenum">
              <a:rPr lang="en-IN" smtClean="0"/>
              <a:t>‹#›</a:t>
            </a:fld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905B-09EA-46E2-B288-F60237774DF2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8A1E-3AE6-4EB8-A111-F2706AC7F548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79248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962525"/>
            <a:ext cx="7885113" cy="1362075"/>
          </a:xfrm>
        </p:spPr>
        <p:txBody>
          <a:bodyPr anchor="t"/>
          <a:lstStyle>
            <a:lvl1pPr algn="l">
              <a:defRPr sz="3200" b="0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462338"/>
            <a:ext cx="7885113" cy="1500187"/>
          </a:xfrm>
        </p:spPr>
        <p:txBody>
          <a:bodyPr anchor="b">
            <a:normAutofit/>
          </a:bodyPr>
          <a:lstStyle>
            <a:lvl1pPr marL="0" indent="0">
              <a:buNone/>
              <a:defRPr sz="170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905B-09EA-46E2-B288-F60237774DF2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8A1E-3AE6-4EB8-A111-F2706AC7F5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600200"/>
            <a:ext cx="3733800" cy="4114800"/>
          </a:xfrm>
        </p:spPr>
        <p:txBody>
          <a:bodyPr/>
          <a:lstStyle>
            <a:lvl5pPr>
              <a:defRPr/>
            </a:lvl5pPr>
            <a:lvl6pPr>
              <a:buClr>
                <a:schemeClr val="tx2"/>
              </a:buClr>
              <a:buFont typeface="Arial" pitchFamily="34" charset="0"/>
              <a:buChar char="•"/>
              <a:defRPr/>
            </a:lvl6pPr>
            <a:lvl7pPr>
              <a:buClr>
                <a:schemeClr val="tx2"/>
              </a:buClr>
              <a:buFont typeface="Arial" pitchFamily="34" charset="0"/>
              <a:buChar char="•"/>
              <a:defRPr/>
            </a:lvl7pPr>
            <a:lvl8pPr>
              <a:buClr>
                <a:schemeClr val="tx2"/>
              </a:buClr>
              <a:buFont typeface="Arial" pitchFamily="34" charset="0"/>
              <a:buChar char="•"/>
              <a:defRPr/>
            </a:lvl8pPr>
            <a:lvl9pPr>
              <a:buClr>
                <a:schemeClr val="tx2"/>
              </a:buCl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600200"/>
            <a:ext cx="3733800" cy="41148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905B-09EA-46E2-B288-F60237774DF2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8A1E-3AE6-4EB8-A111-F2706AC7F5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2209800"/>
            <a:ext cx="3733800" cy="3505200"/>
          </a:xfrm>
        </p:spPr>
        <p:txBody>
          <a:bodyPr/>
          <a:lstStyle>
            <a:lvl6pPr>
              <a:buClr>
                <a:schemeClr val="tx2"/>
              </a:buClr>
              <a:defRPr/>
            </a:lvl6pPr>
            <a:lvl7pPr>
              <a:buClr>
                <a:schemeClr val="tx2"/>
              </a:buClr>
              <a:defRPr/>
            </a:lvl7pPr>
            <a:lvl8pPr>
              <a:buClr>
                <a:schemeClr val="tx2"/>
              </a:buClr>
              <a:defRPr/>
            </a:lvl8pPr>
            <a:lvl9pPr>
              <a:buClr>
                <a:schemeClr val="tx2"/>
              </a:buCl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00199"/>
            <a:ext cx="3733800" cy="574675"/>
          </a:xfrm>
        </p:spPr>
        <p:txBody>
          <a:bodyPr anchor="b">
            <a:normAutofit/>
          </a:bodyPr>
          <a:lstStyle>
            <a:lvl1pPr marL="0" indent="0">
              <a:buNone/>
              <a:defRPr sz="1700" b="0" i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905B-09EA-46E2-B288-F60237774DF2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8A1E-3AE6-4EB8-A111-F2706AC7F5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905B-09EA-46E2-B288-F60237774DF2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8A1E-3AE6-4EB8-A111-F2706AC7F5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905B-09EA-46E2-B288-F60237774DF2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8A1E-3AE6-4EB8-A111-F2706AC7F5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962400" y="1447800"/>
            <a:ext cx="46482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48" y="2547891"/>
            <a:ext cx="2971800" cy="3167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905B-09EA-46E2-B288-F60237774DF2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8A1E-3AE6-4EB8-A111-F2706AC7F5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oriz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7800"/>
            <a:ext cx="2971800" cy="1097280"/>
          </a:xfrm>
        </p:spPr>
        <p:txBody>
          <a:bodyPr anchor="b"/>
          <a:lstStyle>
            <a:lvl1pPr algn="l">
              <a:defRPr sz="1800" b="0" i="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657344" y="1447800"/>
            <a:ext cx="3419856" cy="3474720"/>
          </a:xfrm>
          <a:custGeom>
            <a:avLst/>
            <a:gdLst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74450 w 3419856"/>
              <a:gd name="connsiteY9" fmla="*/ 3429000 h 3429000"/>
              <a:gd name="connsiteX10" fmla="*/ 21806 w 3419856"/>
              <a:gd name="connsiteY10" fmla="*/ 3407194 h 3429000"/>
              <a:gd name="connsiteX11" fmla="*/ 0 w 3419856"/>
              <a:gd name="connsiteY11" fmla="*/ 3354550 h 3429000"/>
              <a:gd name="connsiteX12" fmla="*/ 0 w 3419856"/>
              <a:gd name="connsiteY12" fmla="*/ 74450 h 3429000"/>
              <a:gd name="connsiteX0" fmla="*/ 0 w 3419856"/>
              <a:gd name="connsiteY0" fmla="*/ 74450 h 3429000"/>
              <a:gd name="connsiteX1" fmla="*/ 21806 w 3419856"/>
              <a:gd name="connsiteY1" fmla="*/ 21806 h 3429000"/>
              <a:gd name="connsiteX2" fmla="*/ 74450 w 3419856"/>
              <a:gd name="connsiteY2" fmla="*/ 0 h 3429000"/>
              <a:gd name="connsiteX3" fmla="*/ 3345406 w 3419856"/>
              <a:gd name="connsiteY3" fmla="*/ 0 h 3429000"/>
              <a:gd name="connsiteX4" fmla="*/ 3398050 w 3419856"/>
              <a:gd name="connsiteY4" fmla="*/ 21806 h 3429000"/>
              <a:gd name="connsiteX5" fmla="*/ 3419856 w 3419856"/>
              <a:gd name="connsiteY5" fmla="*/ 74450 h 3429000"/>
              <a:gd name="connsiteX6" fmla="*/ 3419856 w 3419856"/>
              <a:gd name="connsiteY6" fmla="*/ 3354550 h 3429000"/>
              <a:gd name="connsiteX7" fmla="*/ 3398050 w 3419856"/>
              <a:gd name="connsiteY7" fmla="*/ 3407194 h 3429000"/>
              <a:gd name="connsiteX8" fmla="*/ 3345406 w 3419856"/>
              <a:gd name="connsiteY8" fmla="*/ 3429000 h 3429000"/>
              <a:gd name="connsiteX9" fmla="*/ 21806 w 3419856"/>
              <a:gd name="connsiteY9" fmla="*/ 3407194 h 3429000"/>
              <a:gd name="connsiteX10" fmla="*/ 0 w 3419856"/>
              <a:gd name="connsiteY10" fmla="*/ 3354550 h 3429000"/>
              <a:gd name="connsiteX11" fmla="*/ 0 w 3419856"/>
              <a:gd name="connsiteY11" fmla="*/ 74450 h 3429000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4392"/>
              <a:gd name="connsiteY0" fmla="*/ 74450 h 3415968"/>
              <a:gd name="connsiteX1" fmla="*/ 21806 w 3964392"/>
              <a:gd name="connsiteY1" fmla="*/ 21806 h 3415968"/>
              <a:gd name="connsiteX2" fmla="*/ 74450 w 3964392"/>
              <a:gd name="connsiteY2" fmla="*/ 0 h 3415968"/>
              <a:gd name="connsiteX3" fmla="*/ 3345406 w 3964392"/>
              <a:gd name="connsiteY3" fmla="*/ 0 h 3415968"/>
              <a:gd name="connsiteX4" fmla="*/ 3398050 w 3964392"/>
              <a:gd name="connsiteY4" fmla="*/ 21806 h 3415968"/>
              <a:gd name="connsiteX5" fmla="*/ 3419856 w 3964392"/>
              <a:gd name="connsiteY5" fmla="*/ 74450 h 3415968"/>
              <a:gd name="connsiteX6" fmla="*/ 3419856 w 3964392"/>
              <a:gd name="connsiteY6" fmla="*/ 3354550 h 3415968"/>
              <a:gd name="connsiteX7" fmla="*/ 3398050 w 3964392"/>
              <a:gd name="connsiteY7" fmla="*/ 3407194 h 3415968"/>
              <a:gd name="connsiteX8" fmla="*/ 21806 w 3964392"/>
              <a:gd name="connsiteY8" fmla="*/ 3407194 h 3415968"/>
              <a:gd name="connsiteX9" fmla="*/ 0 w 3964392"/>
              <a:gd name="connsiteY9" fmla="*/ 3354550 h 3415968"/>
              <a:gd name="connsiteX10" fmla="*/ 0 w 3964392"/>
              <a:gd name="connsiteY10" fmla="*/ 74450 h 3415968"/>
              <a:gd name="connsiteX0" fmla="*/ 0 w 3968026"/>
              <a:gd name="connsiteY0" fmla="*/ 74450 h 3910007"/>
              <a:gd name="connsiteX1" fmla="*/ 21806 w 3968026"/>
              <a:gd name="connsiteY1" fmla="*/ 21806 h 3910007"/>
              <a:gd name="connsiteX2" fmla="*/ 74450 w 3968026"/>
              <a:gd name="connsiteY2" fmla="*/ 0 h 3910007"/>
              <a:gd name="connsiteX3" fmla="*/ 3345406 w 3968026"/>
              <a:gd name="connsiteY3" fmla="*/ 0 h 3910007"/>
              <a:gd name="connsiteX4" fmla="*/ 3398050 w 3968026"/>
              <a:gd name="connsiteY4" fmla="*/ 21806 h 3910007"/>
              <a:gd name="connsiteX5" fmla="*/ 3419856 w 3968026"/>
              <a:gd name="connsiteY5" fmla="*/ 74450 h 3910007"/>
              <a:gd name="connsiteX6" fmla="*/ 3419856 w 3968026"/>
              <a:gd name="connsiteY6" fmla="*/ 3354550 h 3910007"/>
              <a:gd name="connsiteX7" fmla="*/ 3398050 w 3968026"/>
              <a:gd name="connsiteY7" fmla="*/ 3407194 h 3910007"/>
              <a:gd name="connsiteX8" fmla="*/ 0 w 3968026"/>
              <a:gd name="connsiteY8" fmla="*/ 3354550 h 3910007"/>
              <a:gd name="connsiteX9" fmla="*/ 0 w 3968026"/>
              <a:gd name="connsiteY9" fmla="*/ 74450 h 3910007"/>
              <a:gd name="connsiteX0" fmla="*/ 0 w 3419856"/>
              <a:gd name="connsiteY0" fmla="*/ 74450 h 3901233"/>
              <a:gd name="connsiteX1" fmla="*/ 21806 w 3419856"/>
              <a:gd name="connsiteY1" fmla="*/ 21806 h 3901233"/>
              <a:gd name="connsiteX2" fmla="*/ 74450 w 3419856"/>
              <a:gd name="connsiteY2" fmla="*/ 0 h 3901233"/>
              <a:gd name="connsiteX3" fmla="*/ 3345406 w 3419856"/>
              <a:gd name="connsiteY3" fmla="*/ 0 h 3901233"/>
              <a:gd name="connsiteX4" fmla="*/ 3398050 w 3419856"/>
              <a:gd name="connsiteY4" fmla="*/ 21806 h 3901233"/>
              <a:gd name="connsiteX5" fmla="*/ 3419856 w 3419856"/>
              <a:gd name="connsiteY5" fmla="*/ 74450 h 3901233"/>
              <a:gd name="connsiteX6" fmla="*/ 3419856 w 3419856"/>
              <a:gd name="connsiteY6" fmla="*/ 3354550 h 3901233"/>
              <a:gd name="connsiteX7" fmla="*/ 0 w 3419856"/>
              <a:gd name="connsiteY7" fmla="*/ 3354550 h 3901233"/>
              <a:gd name="connsiteX8" fmla="*/ 0 w 3419856"/>
              <a:gd name="connsiteY8" fmla="*/ 74450 h 3901233"/>
              <a:gd name="connsiteX0" fmla="*/ 0 w 3419856"/>
              <a:gd name="connsiteY0" fmla="*/ 74450 h 3354550"/>
              <a:gd name="connsiteX1" fmla="*/ 21806 w 3419856"/>
              <a:gd name="connsiteY1" fmla="*/ 21806 h 3354550"/>
              <a:gd name="connsiteX2" fmla="*/ 74450 w 3419856"/>
              <a:gd name="connsiteY2" fmla="*/ 0 h 3354550"/>
              <a:gd name="connsiteX3" fmla="*/ 3345406 w 3419856"/>
              <a:gd name="connsiteY3" fmla="*/ 0 h 3354550"/>
              <a:gd name="connsiteX4" fmla="*/ 3398050 w 3419856"/>
              <a:gd name="connsiteY4" fmla="*/ 21806 h 3354550"/>
              <a:gd name="connsiteX5" fmla="*/ 3419856 w 3419856"/>
              <a:gd name="connsiteY5" fmla="*/ 74450 h 3354550"/>
              <a:gd name="connsiteX6" fmla="*/ 3419856 w 3419856"/>
              <a:gd name="connsiteY6" fmla="*/ 3354550 h 3354550"/>
              <a:gd name="connsiteX7" fmla="*/ 0 w 3419856"/>
              <a:gd name="connsiteY7" fmla="*/ 3354550 h 3354550"/>
              <a:gd name="connsiteX8" fmla="*/ 0 w 3419856"/>
              <a:gd name="connsiteY8" fmla="*/ 74450 h 33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9856" h="3354550">
                <a:moveTo>
                  <a:pt x="0" y="74450"/>
                </a:moveTo>
                <a:cubicBezTo>
                  <a:pt x="0" y="54705"/>
                  <a:pt x="7844" y="35768"/>
                  <a:pt x="21806" y="21806"/>
                </a:cubicBezTo>
                <a:cubicBezTo>
                  <a:pt x="35768" y="7844"/>
                  <a:pt x="54705" y="0"/>
                  <a:pt x="74450" y="0"/>
                </a:cubicBezTo>
                <a:lnTo>
                  <a:pt x="3345406" y="0"/>
                </a:lnTo>
                <a:cubicBezTo>
                  <a:pt x="3365151" y="0"/>
                  <a:pt x="3384088" y="7844"/>
                  <a:pt x="3398050" y="21806"/>
                </a:cubicBezTo>
                <a:cubicBezTo>
                  <a:pt x="3412012" y="35768"/>
                  <a:pt x="3419856" y="54705"/>
                  <a:pt x="3419856" y="74450"/>
                </a:cubicBezTo>
                <a:lnTo>
                  <a:pt x="3419856" y="3354550"/>
                </a:lnTo>
                <a:lnTo>
                  <a:pt x="0" y="3354550"/>
                </a:lnTo>
                <a:lnTo>
                  <a:pt x="0" y="7445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 baseline="0">
                <a:solidFill>
                  <a:schemeClr val="tx1">
                    <a:lumMod val="6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547890"/>
            <a:ext cx="2971800" cy="2405109"/>
          </a:xfrm>
        </p:spPr>
        <p:txBody>
          <a:bodyPr tIns="9144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905B-09EA-46E2-B288-F60237774DF2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8A1E-3AE6-4EB8-A111-F2706AC7F5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905B-09EA-46E2-B288-F60237774DF2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8A1E-3AE6-4EB8-A111-F2706AC7F5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0905B-09EA-46E2-B288-F60237774DF2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8E8A1E-3AE6-4EB8-A111-F2706AC7F54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orizon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7924800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7924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trike="noStrike" spc="60" baseline="0">
                <a:solidFill>
                  <a:schemeClr val="tx1"/>
                </a:solidFill>
              </a:defRPr>
            </a:lvl1pPr>
          </a:lstStyle>
          <a:p>
            <a:fld id="{E170905B-09EA-46E2-B288-F60237774DF2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60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56350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aseline="0">
                <a:solidFill>
                  <a:schemeClr val="tx1"/>
                </a:solidFill>
              </a:defRPr>
            </a:lvl1pPr>
          </a:lstStyle>
          <a:p>
            <a:fld id="{318E8A1E-3AE6-4EB8-A111-F2706AC7F548}" type="slidenum">
              <a:rPr lang="en-IN" smtClean="0"/>
              <a:t>‹#›</a:t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00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 spc="3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2"/>
        </a:buClr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592" y="5301208"/>
            <a:ext cx="7628384" cy="1364744"/>
          </a:xfrm>
        </p:spPr>
        <p:txBody>
          <a:bodyPr>
            <a:normAutofit/>
          </a:bodyPr>
          <a:lstStyle/>
          <a:p>
            <a:r>
              <a:rPr lang="en-US" dirty="0"/>
              <a:t>Name : Swati Vala</a:t>
            </a:r>
          </a:p>
          <a:p>
            <a:r>
              <a:rPr lang="en-US" dirty="0"/>
              <a:t>ID No. : 25IT445</a:t>
            </a:r>
          </a:p>
          <a:p>
            <a:r>
              <a:rPr lang="en-US" dirty="0"/>
              <a:t>Sub. : Web Technology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592" y="2852936"/>
            <a:ext cx="7628384" cy="1471048"/>
          </a:xfrm>
        </p:spPr>
        <p:txBody>
          <a:bodyPr>
            <a:normAutofit/>
          </a:bodyPr>
          <a:lstStyle/>
          <a:p>
            <a:r>
              <a:rPr lang="en-US" dirty="0"/>
              <a:t>Technology And Mental Health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070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88640"/>
            <a:ext cx="7924800" cy="1143000"/>
          </a:xfrm>
        </p:spPr>
        <p:txBody>
          <a:bodyPr/>
          <a:lstStyle/>
          <a:p>
            <a:r>
              <a:rPr lang="en-US" sz="3200" dirty="0"/>
              <a:t>Introduction</a:t>
            </a:r>
            <a:endParaRPr lang="en-IN" sz="320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What is Technology ?</a:t>
            </a:r>
          </a:p>
          <a:p>
            <a:r>
              <a:rPr lang="en-US" sz="1800" b="1" dirty="0"/>
              <a:t>Technology</a:t>
            </a:r>
            <a:r>
              <a:rPr lang="en-US" sz="1800" dirty="0"/>
              <a:t> means the </a:t>
            </a:r>
            <a:r>
              <a:rPr lang="en-US" sz="1800" u="sng" dirty="0"/>
              <a:t>tools and machines </a:t>
            </a:r>
            <a:r>
              <a:rPr lang="en-US" sz="1800" dirty="0"/>
              <a:t>we use in daily life.</a:t>
            </a:r>
          </a:p>
          <a:p>
            <a:pPr marL="0" indent="0">
              <a:buNone/>
            </a:pPr>
            <a:r>
              <a:rPr lang="en-US" sz="1800" dirty="0"/>
              <a:t>       such as mobile phones, computers, the internet, and apps.</a:t>
            </a:r>
          </a:p>
          <a:p>
            <a:r>
              <a:rPr lang="en-US" sz="1800" dirty="0"/>
              <a:t>It helps us </a:t>
            </a:r>
            <a:r>
              <a:rPr lang="en-US" sz="1800" u="sng" dirty="0"/>
              <a:t>communicate, learn, </a:t>
            </a:r>
            <a:r>
              <a:rPr lang="en-US" sz="1800" dirty="0"/>
              <a:t>and</a:t>
            </a:r>
            <a:r>
              <a:rPr lang="en-US" sz="1800" u="sng" dirty="0"/>
              <a:t> work faster </a:t>
            </a:r>
            <a:r>
              <a:rPr lang="en-US" sz="1800" dirty="0"/>
              <a:t>and</a:t>
            </a:r>
            <a:r>
              <a:rPr lang="en-US" sz="1800" u="sng" dirty="0"/>
              <a:t> easier.</a:t>
            </a:r>
          </a:p>
          <a:p>
            <a:endParaRPr lang="en-US" sz="1600" dirty="0"/>
          </a:p>
          <a:p>
            <a:r>
              <a:rPr lang="en-US" sz="2000" dirty="0"/>
              <a:t>What is Mental Health ?</a:t>
            </a:r>
          </a:p>
          <a:p>
            <a:r>
              <a:rPr lang="en-US" sz="1800" b="1" dirty="0"/>
              <a:t>Mental health</a:t>
            </a:r>
            <a:r>
              <a:rPr lang="en-US" sz="1800" dirty="0"/>
              <a:t> means </a:t>
            </a:r>
            <a:r>
              <a:rPr lang="en-US" sz="1800" u="sng" dirty="0"/>
              <a:t>how we think, feel, and handle stress</a:t>
            </a:r>
            <a:r>
              <a:rPr lang="en-US" sz="1800" dirty="0"/>
              <a:t> in our daily life.</a:t>
            </a:r>
          </a:p>
          <a:p>
            <a:r>
              <a:rPr lang="en-US" sz="1800" dirty="0"/>
              <a:t>It </a:t>
            </a:r>
            <a:r>
              <a:rPr lang="en-US" sz="1800" u="sng" dirty="0"/>
              <a:t>affects</a:t>
            </a:r>
            <a:r>
              <a:rPr lang="en-US" sz="1800" dirty="0"/>
              <a:t> our </a:t>
            </a:r>
            <a:r>
              <a:rPr lang="en-US" sz="1800" u="sng" dirty="0"/>
              <a:t>emotions, behavior</a:t>
            </a:r>
            <a:r>
              <a:rPr lang="en-US" sz="1800" dirty="0"/>
              <a:t>, and how we </a:t>
            </a:r>
            <a:r>
              <a:rPr lang="en-US" sz="1800" u="sng" dirty="0"/>
              <a:t>deal with people and problems.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31089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17D0-FA06-57E4-D568-63EF535A1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3792"/>
            <a:ext cx="7924800" cy="1143000"/>
          </a:xfrm>
        </p:spPr>
        <p:txBody>
          <a:bodyPr/>
          <a:lstStyle/>
          <a:p>
            <a:r>
              <a:rPr lang="en-US" sz="3200" dirty="0"/>
              <a:t>Positive Effects of Technology on Mental Health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1E11A9-8205-A778-86EE-687A6DD2E0F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83568" y="1845979"/>
            <a:ext cx="748833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b="1" dirty="0"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Mental health apps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Online counseling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Social media &amp; messaging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Educational videos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800" dirty="0"/>
              <a:t> Apps like meditation or breathing apps help people feel calm and relaxed.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2196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3E41-63A1-3FD3-0AF3-C2295C75C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3792"/>
            <a:ext cx="7924800" cy="1143000"/>
          </a:xfrm>
        </p:spPr>
        <p:txBody>
          <a:bodyPr/>
          <a:lstStyle/>
          <a:p>
            <a:r>
              <a:rPr lang="en-US" sz="3200" dirty="0"/>
              <a:t>Negative Effects of Technology on Mental Health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E4EDF6-4812-3177-49EF-200E4F5C791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683568" y="1773971"/>
            <a:ext cx="79248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Too much screen time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Social media comparison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Online bullying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Addiction to phones or games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800" dirty="0"/>
              <a:t> Spending too much time on social media can make people feel anxious or unhappy.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146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CA3F2-AD99-D86D-17E7-2CC5C4714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13792"/>
            <a:ext cx="7924800" cy="1143000"/>
          </a:xfrm>
        </p:spPr>
        <p:txBody>
          <a:bodyPr/>
          <a:lstStyle/>
          <a:p>
            <a:r>
              <a:rPr lang="en-US" sz="3200" dirty="0"/>
              <a:t>Technology and Students’ Mental Health</a:t>
            </a:r>
            <a:endParaRPr lang="en-IN" sz="32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23A382D-FFC9-BD5F-66D1-76C6D3799DF4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894562992"/>
              </p:ext>
            </p:extLst>
          </p:nvPr>
        </p:nvGraphicFramePr>
        <p:xfrm>
          <a:off x="430560" y="1411387"/>
          <a:ext cx="8282880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3280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17598-4B21-6BE4-BD6E-BD165123F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How to Use Technology in a Healthy Way</a:t>
            </a:r>
            <a:endParaRPr lang="en-IN" sz="32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387DC9A-18FE-DBAE-1C3D-89279C44F3A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570091221"/>
              </p:ext>
            </p:extLst>
          </p:nvPr>
        </p:nvGraphicFramePr>
        <p:xfrm>
          <a:off x="609600" y="1556792"/>
          <a:ext cx="7706816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8690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21EB5-6690-FD98-23EA-907601E70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Future of Technology in Mental Health</a:t>
            </a:r>
            <a:endParaRPr lang="en-IN" sz="3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A2DC8C4-B2DB-92E1-55C5-600D28B6C4B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18592" y="1413426"/>
            <a:ext cx="7706816" cy="429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485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C6E19-86CD-C086-84E7-1A1651B95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9776"/>
            <a:ext cx="7924800" cy="1143000"/>
          </a:xfrm>
        </p:spPr>
        <p:txBody>
          <a:bodyPr/>
          <a:lstStyle/>
          <a:p>
            <a:r>
              <a:rPr lang="en-US" sz="3200" dirty="0"/>
              <a:t>CONCLUSION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463E6-2796-AE56-E8E9-0A53539FD0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628800"/>
            <a:ext cx="7924800" cy="4114800"/>
          </a:xfrm>
        </p:spPr>
        <p:txBody>
          <a:bodyPr>
            <a:normAutofit/>
          </a:bodyPr>
          <a:lstStyle/>
          <a:p>
            <a:pPr algn="just"/>
            <a:r>
              <a:rPr lang="en-US" sz="1800" dirty="0"/>
              <a:t>Technology can make mental health better or worse. As we look at how they mix , we need to think about the good and bad sides , and also the right and wrong parts.  This way , we can use technology to make everyone’s mental health better in the future.  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b="1" dirty="0"/>
              <a:t>“In the future, technology will not replace humans, but it will strongly support mental health care.”</a:t>
            </a:r>
          </a:p>
          <a:p>
            <a:pPr algn="just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12010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BEEC0E1-EF82-7056-A429-3086A125C322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76672"/>
            <a:ext cx="7924800" cy="4812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3806959"/>
      </p:ext>
    </p:extLst>
  </p:cSld>
  <p:clrMapOvr>
    <a:masterClrMapping/>
  </p:clrMapOvr>
</p:sld>
</file>

<file path=ppt/theme/theme1.xml><?xml version="1.0" encoding="utf-8"?>
<a:theme xmlns:a="http://schemas.openxmlformats.org/drawingml/2006/main" name="Horizon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Horizon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Horizon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40000"/>
              </a:schemeClr>
            </a:gs>
            <a:gs pos="31000">
              <a:schemeClr val="phClr">
                <a:tint val="100000"/>
                <a:shade val="90000"/>
                <a:alpha val="100000"/>
              </a:schemeClr>
            </a:gs>
            <a:gs pos="100000">
              <a:schemeClr val="phClr">
                <a:tint val="100000"/>
                <a:shade val="80000"/>
                <a:alpha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100000"/>
                <a:alpha val="100000"/>
                <a:satMod val="180000"/>
              </a:schemeClr>
            </a:gs>
            <a:gs pos="41000">
              <a:schemeClr val="phClr">
                <a:tint val="100000"/>
                <a:shade val="100000"/>
                <a:alpha val="100000"/>
                <a:satMod val="150000"/>
              </a:schemeClr>
            </a:gs>
            <a:gs pos="100000">
              <a:schemeClr val="phClr">
                <a:tint val="100000"/>
                <a:shade val="65000"/>
                <a:alpha val="100000"/>
              </a:schemeClr>
            </a:gs>
          </a:gsLst>
          <a:path path="circle">
            <a:fillToRect l="50000" t="8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428</TotalTime>
  <Words>301</Words>
  <Application>Microsoft Office PowerPoint</Application>
  <PresentationFormat>On-screen Show (4:3)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Arial Narrow</vt:lpstr>
      <vt:lpstr>Horizon</vt:lpstr>
      <vt:lpstr>Technology And Mental Health</vt:lpstr>
      <vt:lpstr>Introduction</vt:lpstr>
      <vt:lpstr>Positive Effects of Technology on Mental Health</vt:lpstr>
      <vt:lpstr>Negative Effects of Technology on Mental Health</vt:lpstr>
      <vt:lpstr>Technology and Students’ Mental Health</vt:lpstr>
      <vt:lpstr>How to Use Technology in a Healthy Way</vt:lpstr>
      <vt:lpstr>Future of Technology in Mental Health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And Mental HEalth</dc:title>
  <dc:creator>student</dc:creator>
  <cp:lastModifiedBy>SWATI VALA</cp:lastModifiedBy>
  <cp:revision>16</cp:revision>
  <dcterms:created xsi:type="dcterms:W3CDTF">2026-01-19T05:32:27Z</dcterms:created>
  <dcterms:modified xsi:type="dcterms:W3CDTF">2026-02-22T12:24:41Z</dcterms:modified>
</cp:coreProperties>
</file>